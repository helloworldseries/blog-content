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3"/>
  </p:notesMasterIdLst>
  <p:sldIdLst>
    <p:sldId id="256" r:id="rId3"/>
    <p:sldId id="262" r:id="rId4"/>
    <p:sldId id="264" r:id="rId5"/>
    <p:sldId id="265" r:id="rId6"/>
    <p:sldId id="276" r:id="rId7"/>
    <p:sldId id="283" r:id="rId8"/>
    <p:sldId id="284" r:id="rId9"/>
    <p:sldId id="285" r:id="rId10"/>
    <p:sldId id="28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6"/>
            <p14:sldId id="283"/>
            <p14:sldId id="284"/>
            <p14:sldId id="285"/>
            <p14:sldId id="28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90" d="100"/>
          <a:sy n="90" d="100"/>
        </p:scale>
        <p:origin x="39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Distributed Version Control Systems work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Centralized Version Control Systems work?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do Distributed Version Control Systems work.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Distributed Version Control Systems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897" y="2499699"/>
            <a:ext cx="1024956" cy="139692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6504950" y="3240652"/>
            <a:ext cx="646476" cy="36712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182" y="3237741"/>
            <a:ext cx="912891" cy="927213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4567800" y="3237741"/>
            <a:ext cx="699587" cy="32754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976" y="3226769"/>
            <a:ext cx="912891" cy="9381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88" y="4507914"/>
            <a:ext cx="906765" cy="93818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5984632" y="3947758"/>
            <a:ext cx="25342" cy="50902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00135" y="2966667"/>
            <a:ext cx="1024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Repo</a:t>
            </a:r>
            <a:endParaRPr lang="en-US" sz="1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441073" y="4202268"/>
            <a:ext cx="771780" cy="474979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722495" y="4166570"/>
            <a:ext cx="739852" cy="510677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4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Distributed Version Control Systems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a </a:t>
            </a:r>
            <a:r>
              <a:rPr lang="en-US" sz="2000" dirty="0" smtClean="0"/>
              <a:t>DVCs, Clients </a:t>
            </a:r>
            <a:r>
              <a:rPr lang="en-US" sz="2000" dirty="0"/>
              <a:t>don’t just check out the latest snapshot of the </a:t>
            </a:r>
            <a:r>
              <a:rPr lang="en-US" sz="2000" dirty="0" smtClean="0"/>
              <a:t>files</a:t>
            </a:r>
            <a:r>
              <a:rPr lang="en-US" sz="2000" dirty="0"/>
              <a:t>.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Clients fully </a:t>
            </a:r>
            <a:r>
              <a:rPr lang="en-US" sz="2000" dirty="0"/>
              <a:t>mirror the repository.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107789" y="2039112"/>
            <a:ext cx="3284097" cy="1651338"/>
            <a:chOff x="3528182" y="2499699"/>
            <a:chExt cx="4760685" cy="29464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2897" y="2499699"/>
              <a:ext cx="1024956" cy="1396925"/>
            </a:xfrm>
            <a:prstGeom prst="rect">
              <a:avLst/>
            </a:prstGeom>
          </p:spPr>
        </p:pic>
        <p:cxnSp>
          <p:nvCxnSpPr>
            <p:cNvPr id="11" name="Straight Arrow Connector 10"/>
            <p:cNvCxnSpPr/>
            <p:nvPr/>
          </p:nvCxnSpPr>
          <p:spPr>
            <a:xfrm>
              <a:off x="6504950" y="3240652"/>
              <a:ext cx="646476" cy="36712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8182" y="3237741"/>
              <a:ext cx="912891" cy="927213"/>
            </a:xfrm>
            <a:prstGeom prst="rect">
              <a:avLst/>
            </a:prstGeom>
          </p:spPr>
        </p:pic>
        <p:cxnSp>
          <p:nvCxnSpPr>
            <p:cNvPr id="15" name="Straight Arrow Connector 14"/>
            <p:cNvCxnSpPr/>
            <p:nvPr/>
          </p:nvCxnSpPr>
          <p:spPr>
            <a:xfrm flipV="1">
              <a:off x="4567800" y="3237741"/>
              <a:ext cx="699587" cy="32754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5976" y="3226769"/>
              <a:ext cx="912891" cy="93818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1088" y="4507914"/>
              <a:ext cx="906765" cy="938185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>
              <a:off x="5984632" y="3947758"/>
              <a:ext cx="25342" cy="50902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00135" y="3048963"/>
              <a:ext cx="10249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Repo</a:t>
              </a:r>
              <a:endParaRPr lang="en-US" sz="1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441073" y="4202268"/>
              <a:ext cx="771780" cy="474979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6722495" y="4166570"/>
              <a:ext cx="739852" cy="510677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200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Distributed Version Control Systems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</a:t>
            </a:r>
            <a:r>
              <a:rPr lang="en-US" sz="2000" dirty="0"/>
              <a:t>any </a:t>
            </a:r>
            <a:r>
              <a:rPr lang="en-US" sz="2000" dirty="0" smtClean="0"/>
              <a:t>Repo Server dies, any </a:t>
            </a:r>
            <a:r>
              <a:rPr lang="en-US" sz="2000" dirty="0"/>
              <a:t>of the client repositories </a:t>
            </a:r>
            <a:r>
              <a:rPr lang="en-US" sz="2000" dirty="0" smtClean="0"/>
              <a:t>can </a:t>
            </a:r>
            <a:r>
              <a:rPr lang="en-US" sz="2000" dirty="0"/>
              <a:t>be </a:t>
            </a:r>
            <a:endParaRPr lang="en-US" sz="2000" dirty="0" smtClean="0"/>
          </a:p>
          <a:p>
            <a:r>
              <a:rPr lang="en-US" sz="2000" dirty="0" smtClean="0"/>
              <a:t>     copied </a:t>
            </a:r>
            <a:r>
              <a:rPr lang="en-US" sz="2000" dirty="0"/>
              <a:t>back up to the server to restore it.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107789" y="2039112"/>
            <a:ext cx="3284097" cy="1651338"/>
            <a:chOff x="3528182" y="2499699"/>
            <a:chExt cx="4760685" cy="29464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2897" y="2499699"/>
              <a:ext cx="1024956" cy="1396925"/>
            </a:xfrm>
            <a:prstGeom prst="rect">
              <a:avLst/>
            </a:prstGeom>
          </p:spPr>
        </p:pic>
        <p:cxnSp>
          <p:nvCxnSpPr>
            <p:cNvPr id="11" name="Straight Arrow Connector 10"/>
            <p:cNvCxnSpPr/>
            <p:nvPr/>
          </p:nvCxnSpPr>
          <p:spPr>
            <a:xfrm>
              <a:off x="6504950" y="3240652"/>
              <a:ext cx="646476" cy="36712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8182" y="3237741"/>
              <a:ext cx="912891" cy="927213"/>
            </a:xfrm>
            <a:prstGeom prst="rect">
              <a:avLst/>
            </a:prstGeom>
          </p:spPr>
        </p:pic>
        <p:cxnSp>
          <p:nvCxnSpPr>
            <p:cNvPr id="15" name="Straight Arrow Connector 14"/>
            <p:cNvCxnSpPr/>
            <p:nvPr/>
          </p:nvCxnSpPr>
          <p:spPr>
            <a:xfrm flipV="1">
              <a:off x="4567800" y="3237741"/>
              <a:ext cx="699587" cy="32754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5976" y="3226769"/>
              <a:ext cx="912891" cy="93818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1088" y="4507914"/>
              <a:ext cx="906765" cy="938185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>
              <a:off x="5984632" y="3947758"/>
              <a:ext cx="25342" cy="50902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00135" y="3048963"/>
              <a:ext cx="10249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Repo</a:t>
              </a:r>
              <a:endParaRPr lang="en-US" sz="1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441073" y="4202268"/>
              <a:ext cx="771780" cy="474979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6722495" y="4166570"/>
              <a:ext cx="739852" cy="510677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755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Distributed Version Control Systems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Every </a:t>
            </a:r>
            <a:r>
              <a:rPr lang="en-US" sz="2000" dirty="0"/>
              <a:t>clone is </a:t>
            </a:r>
            <a:r>
              <a:rPr lang="en-US" sz="2000" dirty="0" smtClean="0"/>
              <a:t>really </a:t>
            </a:r>
            <a:r>
              <a:rPr lang="en-US" sz="2000" dirty="0"/>
              <a:t>a full backup of all the data.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107789" y="2039112"/>
            <a:ext cx="3284097" cy="1651338"/>
            <a:chOff x="3528182" y="2499699"/>
            <a:chExt cx="4760685" cy="29464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2897" y="2499699"/>
              <a:ext cx="1024956" cy="1396925"/>
            </a:xfrm>
            <a:prstGeom prst="rect">
              <a:avLst/>
            </a:prstGeom>
          </p:spPr>
        </p:pic>
        <p:cxnSp>
          <p:nvCxnSpPr>
            <p:cNvPr id="11" name="Straight Arrow Connector 10"/>
            <p:cNvCxnSpPr/>
            <p:nvPr/>
          </p:nvCxnSpPr>
          <p:spPr>
            <a:xfrm>
              <a:off x="6504950" y="3240652"/>
              <a:ext cx="646476" cy="36712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8182" y="3237741"/>
              <a:ext cx="912891" cy="927213"/>
            </a:xfrm>
            <a:prstGeom prst="rect">
              <a:avLst/>
            </a:prstGeom>
          </p:spPr>
        </p:pic>
        <p:cxnSp>
          <p:nvCxnSpPr>
            <p:cNvPr id="15" name="Straight Arrow Connector 14"/>
            <p:cNvCxnSpPr/>
            <p:nvPr/>
          </p:nvCxnSpPr>
          <p:spPr>
            <a:xfrm flipV="1">
              <a:off x="4567800" y="3237741"/>
              <a:ext cx="699587" cy="32754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5976" y="3226769"/>
              <a:ext cx="912891" cy="93818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1088" y="4507914"/>
              <a:ext cx="906765" cy="938185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>
              <a:off x="5984632" y="3947758"/>
              <a:ext cx="25342" cy="50902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400135" y="3048963"/>
              <a:ext cx="10249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>
                  <a:ln w="12700">
                    <a:solidFill>
                      <a:schemeClr val="tx2">
                        <a:lumMod val="75000"/>
                      </a:schemeClr>
                    </a:solidFill>
                    <a:prstDash val="solid"/>
                  </a:ln>
                  <a:solidFill>
                    <a:srgbClr val="FFC00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Repo</a:t>
              </a:r>
              <a:endParaRPr lang="en-US" sz="1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4441073" y="4202268"/>
              <a:ext cx="771780" cy="474979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6722495" y="4166570"/>
              <a:ext cx="739852" cy="510677"/>
            </a:xfrm>
            <a:prstGeom prst="straightConnector1">
              <a:avLst/>
            </a:prstGeom>
            <a:ln w="38100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189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Distributed Version Control Systems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50" y="2326767"/>
            <a:ext cx="7679246" cy="31766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99339" y="5479075"/>
            <a:ext cx="403007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Distributed Version </a:t>
            </a:r>
          </a:p>
          <a:p>
            <a:pPr algn="ctr"/>
            <a:r>
              <a:rPr lang="en-US" sz="32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Control Systems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259296" y="5437369"/>
            <a:ext cx="4030078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Centralized Version </a:t>
            </a:r>
            <a:endParaRPr lang="en-US" sz="3200" b="1" cap="none" spc="0" dirty="0" smtClean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  <a:p>
            <a:pPr algn="ctr"/>
            <a:r>
              <a:rPr lang="en-US" sz="3200" b="1" cap="none" spc="0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Control Systems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305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Apply DVCS principle to our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71" y="2258792"/>
            <a:ext cx="6634925" cy="39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2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Advantages of Distributed Version Control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212</TotalTime>
  <Words>173</Words>
  <Application>Microsoft Office PowerPoint</Application>
  <PresentationFormat>Widescreen</PresentationFormat>
  <Paragraphs>30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How Distributed Version Control Systems work</vt:lpstr>
      <vt:lpstr>How Distributed Version Control Systems work</vt:lpstr>
      <vt:lpstr>How Distributed Version Control Systems work</vt:lpstr>
      <vt:lpstr>How Distributed Version Control Systems work</vt:lpstr>
      <vt:lpstr>How Distributed Version Control Systems work</vt:lpstr>
      <vt:lpstr>Apply DVCS principle to our example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111</cp:revision>
  <dcterms:created xsi:type="dcterms:W3CDTF">2016-11-15T15:13:14Z</dcterms:created>
  <dcterms:modified xsi:type="dcterms:W3CDTF">2016-11-19T11:22:10Z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