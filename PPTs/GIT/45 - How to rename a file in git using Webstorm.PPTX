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rename a file in </a:t>
            </a:r>
            <a:r>
              <a:rPr lang="en-US" dirty="0" err="1"/>
              <a:t>git</a:t>
            </a:r>
            <a:r>
              <a:rPr lang="en-US" dirty="0"/>
              <a:t> using </a:t>
            </a:r>
            <a:r>
              <a:rPr lang="en-US" dirty="0" err="1"/>
              <a:t>Webstorm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</a:t>
            </a:r>
            <a:r>
              <a:rPr lang="en-US" sz="2000" dirty="0"/>
              <a:t>to rename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smtClean="0"/>
              <a:t>Tortoise GIT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</a:t>
            </a:r>
            <a:r>
              <a:rPr lang="en-US" sz="2000" dirty="0" smtClean="0"/>
              <a:t>rename a </a:t>
            </a:r>
            <a:r>
              <a:rPr lang="en-US" sz="2000" dirty="0"/>
              <a:t>file of </a:t>
            </a:r>
            <a:r>
              <a:rPr lang="en-US" sz="2000" dirty="0" smtClean="0"/>
              <a:t>GIT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Webstorm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rename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 smtClean="0"/>
                <a:t>Webstorm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Rename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Rename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rename a file in </a:t>
            </a:r>
            <a:r>
              <a:rPr lang="en-US" sz="2400" dirty="0" err="1"/>
              <a:t>git</a:t>
            </a:r>
            <a:r>
              <a:rPr lang="en-US" sz="2400" dirty="0"/>
              <a:t> </a:t>
            </a:r>
            <a:r>
              <a:rPr lang="en-US" sz="2400"/>
              <a:t>using </a:t>
            </a:r>
            <a:r>
              <a:rPr lang="en-US" sz="2400" smtClean="0"/>
              <a:t>Eclipse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415</TotalTime>
  <Words>140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rename a file of GitHub repo</vt:lpstr>
      <vt:lpstr>Rename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292</cp:revision>
  <dcterms:created xsi:type="dcterms:W3CDTF">2016-11-15T15:13:14Z</dcterms:created>
  <dcterms:modified xsi:type="dcterms:W3CDTF">2016-11-22T00:31:31Z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