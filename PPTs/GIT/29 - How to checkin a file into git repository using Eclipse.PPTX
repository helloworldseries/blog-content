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5"/>
  </p:notesMasterIdLst>
  <p:sldIdLst>
    <p:sldId id="256" r:id="rId3"/>
    <p:sldId id="262" r:id="rId4"/>
    <p:sldId id="264" r:id="rId5"/>
    <p:sldId id="265" r:id="rId6"/>
    <p:sldId id="273" r:id="rId7"/>
    <p:sldId id="266" r:id="rId8"/>
    <p:sldId id="268" r:id="rId9"/>
    <p:sldId id="269" r:id="rId10"/>
    <p:sldId id="270" r:id="rId11"/>
    <p:sldId id="271" r:id="rId12"/>
    <p:sldId id="27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73"/>
            <p14:sldId id="266"/>
            <p14:sldId id="268"/>
            <p14:sldId id="269"/>
            <p14:sldId id="270"/>
            <p14:sldId id="271"/>
            <p14:sldId id="272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87" d="100"/>
          <a:sy n="87" d="100"/>
        </p:scale>
        <p:origin x="52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baseline="0" dirty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Welcome to Hello World Series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/>
              <a:t>How to </a:t>
            </a:r>
            <a:r>
              <a:rPr lang="en-US" dirty="0" err="1"/>
              <a:t>checkin</a:t>
            </a:r>
            <a:r>
              <a:rPr lang="en-US" dirty="0"/>
              <a:t> first file into </a:t>
            </a:r>
            <a:r>
              <a:rPr lang="en-US" dirty="0" err="1"/>
              <a:t>git</a:t>
            </a:r>
            <a:r>
              <a:rPr lang="en-US" dirty="0"/>
              <a:t> repository using Eclipse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last tutorial...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/>
              <a:t>We discussed – How to </a:t>
            </a:r>
            <a:r>
              <a:rPr lang="en-US" sz="2000" dirty="0" err="1"/>
              <a:t>checkin</a:t>
            </a:r>
            <a:r>
              <a:rPr lang="en-US" sz="2000" dirty="0"/>
              <a:t> first file into </a:t>
            </a:r>
            <a:r>
              <a:rPr lang="en-US" sz="2000" dirty="0" err="1"/>
              <a:t>git</a:t>
            </a:r>
            <a:r>
              <a:rPr lang="en-US" sz="2000" dirty="0"/>
              <a:t> repository using GIT GUI client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this tutorial...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/>
              <a:t>We will see, How to </a:t>
            </a:r>
            <a:r>
              <a:rPr lang="en-US" sz="2000" dirty="0" err="1"/>
              <a:t>checkin</a:t>
            </a:r>
            <a:r>
              <a:rPr lang="en-US" sz="2000" dirty="0"/>
              <a:t> first file into </a:t>
            </a:r>
            <a:r>
              <a:rPr lang="en-US" sz="2000" dirty="0" err="1"/>
              <a:t>git</a:t>
            </a:r>
            <a:r>
              <a:rPr lang="en-US" sz="2000" dirty="0"/>
              <a:t> repository using Eclipse</a:t>
            </a:r>
            <a:endParaRPr lang="en-US" sz="2000" b="1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Any one of these eclipses (Indigo/Juno/Kepler/Luna/Mars/Neon) installed.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GitHub account is created.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 repository is created on GitHub and you have GitHub repo URL with you.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Local </a:t>
            </a:r>
            <a:r>
              <a:rPr lang="en-US" sz="2000" dirty="0" err="1"/>
              <a:t>Git</a:t>
            </a:r>
            <a:r>
              <a:rPr lang="en-US" sz="2000" dirty="0"/>
              <a:t> repo is initialized.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for a file/project </a:t>
            </a:r>
            <a:r>
              <a:rPr lang="en-US" dirty="0" err="1"/>
              <a:t>checkin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grpSp>
        <p:nvGrpSpPr>
          <p:cNvPr id="5" name="Group 4"/>
          <p:cNvGrpSpPr/>
          <p:nvPr/>
        </p:nvGrpSpPr>
        <p:grpSpPr>
          <a:xfrm>
            <a:off x="2125361" y="3344562"/>
            <a:ext cx="1038822" cy="609537"/>
            <a:chOff x="7460" y="0"/>
            <a:chExt cx="4459722" cy="1136864"/>
          </a:xfrm>
        </p:grpSpPr>
        <p:sp>
          <p:nvSpPr>
            <p:cNvPr id="6" name="Chevron 5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kern="1200" dirty="0"/>
                <a:t>Eclipse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3098878" y="3344562"/>
            <a:ext cx="1038822" cy="609537"/>
            <a:chOff x="7460" y="0"/>
            <a:chExt cx="4459722" cy="1136864"/>
          </a:xfrm>
        </p:grpSpPr>
        <p:sp>
          <p:nvSpPr>
            <p:cNvPr id="38" name="Chevron 3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account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4067251" y="3344561"/>
            <a:ext cx="1038822" cy="609537"/>
            <a:chOff x="7460" y="0"/>
            <a:chExt cx="4459722" cy="1136864"/>
          </a:xfrm>
        </p:grpSpPr>
        <p:sp>
          <p:nvSpPr>
            <p:cNvPr id="41" name="Chevron 4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repo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5112499" y="3344561"/>
            <a:ext cx="1038822" cy="609537"/>
            <a:chOff x="7460" y="0"/>
            <a:chExt cx="4459722" cy="1136864"/>
          </a:xfrm>
        </p:grpSpPr>
        <p:sp>
          <p:nvSpPr>
            <p:cNvPr id="44" name="Chevron 43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5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err="1"/>
                <a:t>git</a:t>
              </a:r>
              <a:r>
                <a:rPr lang="en-US" sz="900" dirty="0"/>
                <a:t> </a:t>
              </a:r>
              <a:r>
                <a:rPr lang="en-US" sz="900" dirty="0" err="1"/>
                <a:t>init</a:t>
              </a:r>
              <a:endParaRPr lang="en-US" sz="900" dirty="0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6123089" y="3344561"/>
            <a:ext cx="1038822" cy="609537"/>
            <a:chOff x="7460" y="0"/>
            <a:chExt cx="4459722" cy="1136864"/>
          </a:xfrm>
        </p:grpSpPr>
        <p:sp>
          <p:nvSpPr>
            <p:cNvPr id="47" name="Chevron 46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Create 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new file</a:t>
              </a: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7153088" y="3344561"/>
            <a:ext cx="1038822" cy="609537"/>
            <a:chOff x="7460" y="0"/>
            <a:chExt cx="4459722" cy="1136864"/>
          </a:xfrm>
        </p:grpSpPr>
        <p:sp>
          <p:nvSpPr>
            <p:cNvPr id="50" name="Chevron 49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1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Add new file to GIT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8171742" y="3344561"/>
            <a:ext cx="1038822" cy="609537"/>
            <a:chOff x="7460" y="0"/>
            <a:chExt cx="4459722" cy="1136864"/>
          </a:xfrm>
        </p:grpSpPr>
        <p:sp>
          <p:nvSpPr>
            <p:cNvPr id="53" name="Chevron 52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4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Commit this file 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to GIT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9224183" y="3344561"/>
            <a:ext cx="1038822" cy="609537"/>
            <a:chOff x="7460" y="0"/>
            <a:chExt cx="4459722" cy="1136864"/>
          </a:xfrm>
        </p:grpSpPr>
        <p:sp>
          <p:nvSpPr>
            <p:cNvPr id="56" name="Chevron 55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7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Push this file to GitHub</a:t>
              </a:r>
            </a:p>
          </p:txBody>
        </p:sp>
      </p:grpSp>
      <p:sp>
        <p:nvSpPr>
          <p:cNvPr id="60" name="Rectangle 59"/>
          <p:cNvSpPr/>
          <p:nvPr/>
        </p:nvSpPr>
        <p:spPr>
          <a:xfrm>
            <a:off x="2417552" y="3981415"/>
            <a:ext cx="318170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Pre-requisites</a:t>
            </a:r>
          </a:p>
        </p:txBody>
      </p:sp>
    </p:spTree>
    <p:extLst>
      <p:ext uri="{BB962C8B-B14F-4D97-AF65-F5344CB8AC3E}">
        <p14:creationId xmlns:p14="http://schemas.microsoft.com/office/powerpoint/2010/main" val="3669099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New text file and save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9152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this text file to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66537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Commit this text file to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03168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Configure author details (If not already set) and commit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01067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 to internet/your internal network and push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Commit in GIT is committing file to local GIT.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Push in GIT is same as </a:t>
            </a:r>
            <a:r>
              <a:rPr lang="en-US" sz="2000" dirty="0" err="1"/>
              <a:t>checkin</a:t>
            </a:r>
            <a:r>
              <a:rPr lang="en-US" sz="2000" dirty="0"/>
              <a:t> in SVN.</a:t>
            </a:r>
          </a:p>
        </p:txBody>
      </p:sp>
    </p:spTree>
    <p:extLst>
      <p:ext uri="{BB962C8B-B14F-4D97-AF65-F5344CB8AC3E}">
        <p14:creationId xmlns:p14="http://schemas.microsoft.com/office/powerpoint/2010/main" val="344644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Verify pushed file on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50259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Coming up Next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/>
              <a:t>How to </a:t>
            </a:r>
            <a:r>
              <a:rPr lang="en-US" sz="2400" dirty="0" err="1"/>
              <a:t>checkin</a:t>
            </a:r>
            <a:r>
              <a:rPr lang="en-US" sz="2400" dirty="0"/>
              <a:t> a file into </a:t>
            </a:r>
            <a:r>
              <a:rPr lang="en-US" sz="2400" dirty="0" err="1"/>
              <a:t>git</a:t>
            </a:r>
            <a:r>
              <a:rPr lang="en-US" sz="2400" dirty="0"/>
              <a:t> repository using </a:t>
            </a:r>
            <a:r>
              <a:rPr lang="en-US" sz="2400"/>
              <a:t>Webstorm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391</TotalTime>
  <Words>228</Words>
  <Application>Microsoft Office PowerPoint</Application>
  <PresentationFormat>Widescreen</PresentationFormat>
  <Paragraphs>36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Pre-requisites</vt:lpstr>
      <vt:lpstr>Steps for a file/project checkin</vt:lpstr>
      <vt:lpstr>Create New text file and save</vt:lpstr>
      <vt:lpstr>Add this text file to GIT</vt:lpstr>
      <vt:lpstr>Commit this text file to GIT</vt:lpstr>
      <vt:lpstr>Configure author details (If not already set) and commit file</vt:lpstr>
      <vt:lpstr>Connect to internet/your internal network and push file</vt:lpstr>
      <vt:lpstr>Verify pushed file on GitHub</vt:lpstr>
      <vt:lpstr>Coming up 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223</cp:revision>
  <dcterms:created xsi:type="dcterms:W3CDTF">2016-11-15T15:13:14Z</dcterms:created>
  <dcterms:modified xsi:type="dcterms:W3CDTF">2016-11-27T10:45:33Z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