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8"/>
  </p:notesMasterIdLst>
  <p:sldIdLst>
    <p:sldId id="256" r:id="rId3"/>
    <p:sldId id="282" r:id="rId4"/>
    <p:sldId id="262" r:id="rId5"/>
    <p:sldId id="264" r:id="rId6"/>
    <p:sldId id="265" r:id="rId7"/>
    <p:sldId id="273" r:id="rId8"/>
    <p:sldId id="266" r:id="rId9"/>
    <p:sldId id="274" r:id="rId10"/>
    <p:sldId id="275" r:id="rId11"/>
    <p:sldId id="276" r:id="rId12"/>
    <p:sldId id="280" r:id="rId13"/>
    <p:sldId id="278" r:id="rId14"/>
    <p:sldId id="279" r:id="rId15"/>
    <p:sldId id="281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82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  <p14:sldId id="276"/>
            <p14:sldId id="280"/>
            <p14:sldId id="278"/>
            <p14:sldId id="279"/>
            <p14:sldId id="281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change commit author for all commits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want to change the author name and email, which </a:t>
            </a:r>
            <a:r>
              <a:rPr lang="en-US" sz="2000" dirty="0" smtClean="0"/>
              <a:t>are used while committing any code into GIT repo.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And, this I want to </a:t>
            </a:r>
            <a:r>
              <a:rPr lang="en-US" sz="2000" dirty="0"/>
              <a:t>do this for all commits </a:t>
            </a:r>
            <a:r>
              <a:rPr lang="en-US" sz="2000" dirty="0" smtClean="0"/>
              <a:t>not </a:t>
            </a:r>
            <a:r>
              <a:rPr lang="en-US" sz="2000" smtClean="0"/>
              <a:t>just </a:t>
            </a:r>
            <a:r>
              <a:rPr lang="en-US" sz="2000" smtClean="0"/>
              <a:t>for </a:t>
            </a:r>
            <a:r>
              <a:rPr lang="en-US" sz="2000" dirty="0" smtClean="0"/>
              <a:t>current </a:t>
            </a:r>
            <a:r>
              <a:rPr lang="en-US" sz="2000" smtClean="0"/>
              <a:t>commit operation.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68973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change commit author at one specific commit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change commit author for all commits</a:t>
            </a:r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is </a:t>
            </a:r>
            <a:r>
              <a:rPr lang="en-US" sz="2000" dirty="0"/>
              <a:t>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 smtClean="0"/>
              <a:t>config</a:t>
            </a:r>
            <a:r>
              <a:rPr lang="en-US" dirty="0" smtClean="0"/>
              <a:t> global --author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GIT Bash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26094" y="3334409"/>
            <a:ext cx="1091761" cy="609537"/>
            <a:chOff x="-219810" y="0"/>
            <a:chExt cx="468699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-219810" y="0"/>
              <a:ext cx="4262598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err="1"/>
                <a:t>c</a:t>
              </a:r>
              <a:r>
                <a:rPr lang="en-US" sz="900" dirty="0" err="1" smtClean="0"/>
                <a:t>onfig</a:t>
              </a:r>
              <a:r>
                <a:rPr lang="en-US" sz="900" dirty="0" smtClean="0"/>
                <a:t> global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--author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history for existing 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some changes in any file and 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91777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Change author details globally </a:t>
            </a:r>
            <a:r>
              <a:rPr lang="en-US" sz="3200" i="1" dirty="0" err="1" smtClean="0"/>
              <a:t>git</a:t>
            </a:r>
            <a:r>
              <a:rPr lang="en-US" sz="3200" i="1" dirty="0" smtClean="0"/>
              <a:t> </a:t>
            </a:r>
            <a:r>
              <a:rPr lang="en-US" sz="3200" i="1" dirty="0" err="1" smtClean="0"/>
              <a:t>config</a:t>
            </a:r>
            <a:r>
              <a:rPr lang="en-US" sz="3200" i="1" dirty="0" smtClean="0"/>
              <a:t> global --author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63777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without any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47057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author details for the last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0608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some changes in some other file and 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97587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without any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6880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author details for the last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4281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find out </a:t>
            </a:r>
            <a:r>
              <a:rPr lang="en-US" sz="2400" dirty="0" err="1"/>
              <a:t>Git</a:t>
            </a:r>
            <a:r>
              <a:rPr lang="en-US" sz="2400"/>
              <a:t> repository URL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433</TotalTime>
  <Words>216</Words>
  <Application>Microsoft Office PowerPoint</Application>
  <PresentationFormat>Widescreen</PresentationFormat>
  <Paragraphs>35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Pre-requisites</vt:lpstr>
      <vt:lpstr>git config global --author</vt:lpstr>
      <vt:lpstr>Check history for existing author</vt:lpstr>
      <vt:lpstr>Make some changes in any file and Save</vt:lpstr>
      <vt:lpstr>Change author details globally git config global --author</vt:lpstr>
      <vt:lpstr>Commit without any option</vt:lpstr>
      <vt:lpstr>Verify author details for the last commit</vt:lpstr>
      <vt:lpstr>Make some changes in some other file and Save</vt:lpstr>
      <vt:lpstr>Commit without any option</vt:lpstr>
      <vt:lpstr>Verify author details for the last commit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329</cp:revision>
  <dcterms:created xsi:type="dcterms:W3CDTF">2016-11-15T15:13:14Z</dcterms:created>
  <dcterms:modified xsi:type="dcterms:W3CDTF">2016-11-23T00:39:40Z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