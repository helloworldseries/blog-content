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75" r:id="rId4"/>
    <p:sldId id="262" r:id="rId5"/>
    <p:sldId id="264" r:id="rId6"/>
    <p:sldId id="265" r:id="rId7"/>
    <p:sldId id="272" r:id="rId8"/>
    <p:sldId id="274" r:id="rId9"/>
    <p:sldId id="273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5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2"/>
            <p14:sldId id="274"/>
            <p14:sldId id="273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What is a GIT Client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am a command lover and don’t like much of GUI.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want to do all </a:t>
            </a:r>
            <a:r>
              <a:rPr lang="en-US" sz="2000" dirty="0" err="1" smtClean="0"/>
              <a:t>Git</a:t>
            </a:r>
            <a:r>
              <a:rPr lang="en-US" sz="2000" dirty="0" smtClean="0"/>
              <a:t> operations on my local machine using commands  first </a:t>
            </a:r>
            <a:r>
              <a:rPr lang="en-US" sz="2000" smtClean="0"/>
              <a:t>and then GUI</a:t>
            </a:r>
            <a:r>
              <a:rPr lang="en-US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733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How to connect to GitHub server i.e. GIT Clients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How to install commands/GUI based GIT client i.e. GIT Bash and GIT GUI.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Image result for github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529" y="3685433"/>
            <a:ext cx="2496488" cy="83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5112734" y="3094867"/>
            <a:ext cx="1830822" cy="46166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GIT </a:t>
            </a:r>
            <a:r>
              <a:rPr lang="en-US" sz="24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Servers</a:t>
            </a:r>
            <a:endParaRPr lang="en-US" sz="2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56955" y="6172812"/>
            <a:ext cx="1744388" cy="461665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GIT </a:t>
            </a:r>
            <a:r>
              <a:rPr lang="en-US" sz="24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Clients</a:t>
            </a:r>
            <a:endParaRPr lang="en-US" sz="2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16" name="Picture 8" descr="http://www.helloworldseries.com/wp-content/uploads/2016/10/img_581208f24b77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2017" y="5020630"/>
            <a:ext cx="1609413" cy="1014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671" y="5201677"/>
            <a:ext cx="1271344" cy="74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http://www.helloworldseries.com/wp-content/uploads/2016/10/img_5810f404296d5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696" y="3747598"/>
            <a:ext cx="1537473" cy="60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http://www.helloworldseries.com/wp-content/uploads/2016/10/img_5810f43ed1bcd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375" y="3703274"/>
            <a:ext cx="2075506" cy="60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http://www.helloworldseries.com/wp-content/uploads/2016/10/img_5810f42b97f18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168" y="3773304"/>
            <a:ext cx="1631177" cy="60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1802921" y="3658000"/>
            <a:ext cx="9166600" cy="91511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330459" y="5040574"/>
            <a:ext cx="3545457" cy="99497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289374" y="4614868"/>
            <a:ext cx="8626" cy="38231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4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err="1"/>
              <a:t>git</a:t>
            </a:r>
            <a:r>
              <a:rPr lang="en-US" dirty="0"/>
              <a:t> bash and </a:t>
            </a:r>
            <a:r>
              <a:rPr lang="en-US" dirty="0" err="1"/>
              <a:t>git</a:t>
            </a:r>
            <a:r>
              <a:rPr lang="en-US" dirty="0"/>
              <a:t> GUI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GIT Bash </a:t>
            </a:r>
            <a:r>
              <a:rPr lang="en-US" dirty="0"/>
              <a:t>and </a:t>
            </a:r>
            <a:r>
              <a:rPr lang="en-US" dirty="0" smtClean="0"/>
              <a:t>GIT </a:t>
            </a:r>
            <a:r>
              <a:rPr lang="en-US" dirty="0"/>
              <a:t>GUI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03340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Verify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39752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Launch GIT Bash </a:t>
            </a:r>
            <a:r>
              <a:rPr lang="en-US" dirty="0"/>
              <a:t>and </a:t>
            </a:r>
            <a:r>
              <a:rPr lang="en-US" dirty="0" smtClean="0"/>
              <a:t>GIT </a:t>
            </a:r>
            <a:r>
              <a:rPr lang="en-US" dirty="0"/>
              <a:t>GUI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38454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smtClean="0"/>
              <a:t>Tortoise GIT client </a:t>
            </a:r>
            <a:r>
              <a:rPr lang="en-US" sz="2400" dirty="0"/>
              <a:t>installation</a:t>
            </a:r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252</TotalTime>
  <Words>131</Words>
  <Application>Microsoft Office PowerPoint</Application>
  <PresentationFormat>Widescreen</PresentationFormat>
  <Paragraphs>20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last tutorial...</vt:lpstr>
      <vt:lpstr>In this tutorial...</vt:lpstr>
      <vt:lpstr>Download git bash and git GUI</vt:lpstr>
      <vt:lpstr>Install GIT Bash and GIT GUI</vt:lpstr>
      <vt:lpstr>Verify Installation</vt:lpstr>
      <vt:lpstr>Launch GIT Bash and GIT GUI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152</cp:revision>
  <dcterms:created xsi:type="dcterms:W3CDTF">2016-11-15T15:13:14Z</dcterms:created>
  <dcterms:modified xsi:type="dcterms:W3CDTF">2016-11-23T01:54:34Z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