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1"/>
  </p:notesMasterIdLst>
  <p:sldIdLst>
    <p:sldId id="256" r:id="rId3"/>
    <p:sldId id="268" r:id="rId4"/>
    <p:sldId id="262" r:id="rId5"/>
    <p:sldId id="264" r:id="rId6"/>
    <p:sldId id="265" r:id="rId7"/>
    <p:sldId id="266" r:id="rId8"/>
    <p:sldId id="267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8"/>
            <p14:sldId id="262"/>
            <p14:sldId id="264"/>
            <p14:sldId id="265"/>
            <p14:sldId id="266"/>
            <p14:sldId id="267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1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smtClean="0"/>
              <a:t>How </a:t>
            </a:r>
            <a:r>
              <a:rPr lang="en-US" dirty="0"/>
              <a:t>to create account on </a:t>
            </a:r>
            <a:r>
              <a:rPr lang="en-US" dirty="0" err="1"/>
              <a:t>Github</a:t>
            </a:r>
            <a:r>
              <a:rPr lang="en-US" dirty="0"/>
              <a:t> website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am a </a:t>
            </a:r>
            <a:r>
              <a:rPr lang="en-US" sz="2000" dirty="0"/>
              <a:t>developer and </a:t>
            </a:r>
            <a:r>
              <a:rPr lang="en-US" sz="2000" dirty="0" smtClean="0"/>
              <a:t>interested in </a:t>
            </a:r>
            <a:r>
              <a:rPr lang="en-US" sz="2000" dirty="0" smtClean="0"/>
              <a:t>…</a:t>
            </a:r>
          </a:p>
          <a:p>
            <a:pPr marL="1028700" lvl="1" indent="-342900"/>
            <a:r>
              <a:rPr lang="en-US" sz="1800" dirty="0" smtClean="0"/>
              <a:t>Storing </a:t>
            </a:r>
            <a:r>
              <a:rPr lang="en-US" sz="1800" dirty="0" smtClean="0"/>
              <a:t>my codebase @ </a:t>
            </a:r>
            <a:r>
              <a:rPr lang="en-US" sz="1800" dirty="0" smtClean="0"/>
              <a:t>GitHub</a:t>
            </a:r>
            <a:endParaRPr lang="en-US" sz="1800" dirty="0"/>
          </a:p>
          <a:p>
            <a:pPr marL="1028700" lvl="1" indent="-342900"/>
            <a:r>
              <a:rPr lang="en-US" sz="1800" dirty="0" smtClean="0"/>
              <a:t>Committing changes from my local machine to GitHub repo</a:t>
            </a:r>
          </a:p>
          <a:p>
            <a:pPr marL="1028700" lvl="1" indent="-342900"/>
            <a:r>
              <a:rPr lang="en-US" sz="1800" dirty="0" smtClean="0"/>
              <a:t>Checking history of my codebase changes</a:t>
            </a:r>
          </a:p>
          <a:p>
            <a:pPr marL="1028700" lvl="1" indent="-342900"/>
            <a:r>
              <a:rPr lang="en-US" sz="1800" dirty="0" smtClean="0"/>
              <a:t>Synchronizing with latest changes </a:t>
            </a:r>
            <a:r>
              <a:rPr lang="en-US" sz="1800" smtClean="0"/>
              <a:t>on my/others’ GitHub repos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78635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How to create a new user account on GitHub.</a:t>
            </a:r>
            <a:endParaRPr lang="en-US" sz="2000" b="1" dirty="0"/>
          </a:p>
        </p:txBody>
      </p:sp>
      <p:pic>
        <p:nvPicPr>
          <p:cNvPr id="4" name="Picture 3" descr="Image result for github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509" y="3483592"/>
            <a:ext cx="3892796" cy="129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 to GitHub website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Go </a:t>
            </a:r>
            <a:r>
              <a:rPr lang="en-US" sz="2000" dirty="0"/>
              <a:t>to </a:t>
            </a:r>
            <a:r>
              <a:rPr lang="en-US" sz="2000" dirty="0">
                <a:hlinkClick r:id="rId2"/>
              </a:rPr>
              <a:t>https://</a:t>
            </a:r>
            <a:r>
              <a:rPr lang="en-US" sz="2000" dirty="0" smtClean="0">
                <a:hlinkClick r:id="rId2"/>
              </a:rPr>
              <a:t>github.com</a:t>
            </a:r>
            <a:r>
              <a:rPr lang="en-US" sz="2000" dirty="0" smtClean="0"/>
              <a:t> and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796" y="1969873"/>
            <a:ext cx="7429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Fill basic details for account creation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Provide basic details and </a:t>
            </a:r>
            <a:endParaRPr lang="en-US" sz="18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573" y="1987636"/>
            <a:ext cx="136207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11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Your account is created on GitHub.com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Provide basic details and </a:t>
            </a:r>
            <a:endParaRPr lang="en-US" sz="18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573" y="1987636"/>
            <a:ext cx="136207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3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 smtClean="0"/>
              <a:t>What </a:t>
            </a:r>
            <a:r>
              <a:rPr lang="en-US" sz="2400" smtClean="0"/>
              <a:t>is GIT </a:t>
            </a:r>
            <a:r>
              <a:rPr lang="en-US" sz="2400" dirty="0" smtClean="0"/>
              <a:t>Client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222</TotalTime>
  <Words>131</Words>
  <Application>Microsoft Office PowerPoint</Application>
  <PresentationFormat>Widescreen</PresentationFormat>
  <Paragraphs>23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In last tutorial...</vt:lpstr>
      <vt:lpstr>In this tutorial...</vt:lpstr>
      <vt:lpstr>Go to GitHub website</vt:lpstr>
      <vt:lpstr>Fill basic details for account creation</vt:lpstr>
      <vt:lpstr>Your account is created on GitHub.com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123</cp:revision>
  <dcterms:created xsi:type="dcterms:W3CDTF">2016-11-15T15:13:14Z</dcterms:created>
  <dcterms:modified xsi:type="dcterms:W3CDTF">2016-11-22T02:02:33Z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