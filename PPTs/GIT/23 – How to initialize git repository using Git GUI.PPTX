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62" r:id="rId4"/>
    <p:sldId id="264" r:id="rId5"/>
    <p:sldId id="265" r:id="rId6"/>
    <p:sldId id="266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initialize </a:t>
            </a:r>
            <a:r>
              <a:rPr lang="en-US" dirty="0" err="1"/>
              <a:t>git</a:t>
            </a:r>
            <a:r>
              <a:rPr lang="en-US" dirty="0"/>
              <a:t> repository using </a:t>
            </a:r>
            <a:r>
              <a:rPr lang="en-US" dirty="0" err="1"/>
              <a:t>Git</a:t>
            </a:r>
            <a:r>
              <a:rPr lang="en-US" dirty="0"/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Tortoise </a:t>
            </a:r>
            <a:r>
              <a:rPr lang="en-US" sz="2000" dirty="0" err="1" smtClean="0"/>
              <a:t>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err="1" smtClean="0"/>
              <a:t>Git</a:t>
            </a:r>
            <a:r>
              <a:rPr lang="en-US" sz="2000" dirty="0" smtClean="0"/>
              <a:t> GUI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mtClean="0"/>
              <a:t>GIT </a:t>
            </a:r>
            <a:r>
              <a:rPr lang="en-US" sz="2000" dirty="0" smtClean="0"/>
              <a:t>GUI is installed.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blank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 dirty="0"/>
              <a:t> repository using Eclipse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360</TotalTime>
  <Words>81</Words>
  <Application>Microsoft Office PowerPoint</Application>
  <PresentationFormat>Widescreen</PresentationFormat>
  <Paragraphs>14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Create blank repository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187</cp:revision>
  <dcterms:created xsi:type="dcterms:W3CDTF">2016-11-15T15:13:14Z</dcterms:created>
  <dcterms:modified xsi:type="dcterms:W3CDTF">2016-11-20T11:02:51Z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