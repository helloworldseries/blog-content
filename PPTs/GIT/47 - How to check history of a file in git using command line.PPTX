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check history of a file in </a:t>
            </a:r>
            <a:r>
              <a:rPr lang="en-US" dirty="0" err="1"/>
              <a:t>git</a:t>
            </a:r>
            <a:r>
              <a:rPr lang="en-US" dirty="0"/>
              <a:t> using command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How </a:t>
            </a:r>
            <a:r>
              <a:rPr lang="en-US" sz="2000" dirty="0"/>
              <a:t>to rename a file in </a:t>
            </a:r>
            <a:r>
              <a:rPr lang="en-US" sz="2000" dirty="0" err="1"/>
              <a:t>git</a:t>
            </a:r>
            <a:r>
              <a:rPr lang="en-US" sz="2000" dirty="0"/>
              <a:t> using </a:t>
            </a:r>
            <a:r>
              <a:rPr lang="en-US" sz="2000" dirty="0" smtClean="0"/>
              <a:t>Eclipse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 smtClean="0"/>
              <a:t>How </a:t>
            </a:r>
            <a:r>
              <a:rPr lang="en-US" sz="2000" dirty="0"/>
              <a:t>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command line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</a:t>
            </a:r>
            <a:r>
              <a:rPr lang="en-US" dirty="0" smtClean="0"/>
              <a:t>checking a </a:t>
            </a:r>
            <a:r>
              <a:rPr lang="en-US" dirty="0" smtClean="0"/>
              <a:t>file </a:t>
            </a:r>
            <a:r>
              <a:rPr lang="en-US" dirty="0" smtClean="0"/>
              <a:t>history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Bash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git</a:t>
              </a:r>
              <a:r>
                <a:rPr lang="en-US" sz="900" dirty="0" smtClean="0"/>
                <a:t> log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log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get the history of a renamed file in </a:t>
            </a:r>
            <a:r>
              <a:rPr lang="en-US" sz="2400" dirty="0" err="1"/>
              <a:t>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424</TotalTime>
  <Words>135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file history</vt:lpstr>
      <vt:lpstr>git log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300</cp:revision>
  <dcterms:created xsi:type="dcterms:W3CDTF">2016-11-15T15:13:14Z</dcterms:created>
  <dcterms:modified xsi:type="dcterms:W3CDTF">2016-11-22T00:42:34Z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