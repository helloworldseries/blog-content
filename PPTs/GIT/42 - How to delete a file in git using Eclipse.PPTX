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delete a file in </a:t>
            </a:r>
            <a:r>
              <a:rPr lang="en-US" dirty="0" err="1"/>
              <a:t>git</a:t>
            </a:r>
            <a:r>
              <a:rPr lang="en-US" dirty="0"/>
              <a:t> using </a:t>
            </a:r>
            <a:r>
              <a:rPr lang="en-US" dirty="0" err="1" smtClean="0"/>
              <a:t>Webstorm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</a:t>
            </a:r>
            <a:r>
              <a:rPr lang="en-US" sz="2000" dirty="0" smtClean="0"/>
              <a:t>delete a </a:t>
            </a:r>
            <a:r>
              <a:rPr lang="en-US" sz="2000" dirty="0"/>
              <a:t>file of GitHub repo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delete a file of GitHub repo using </a:t>
            </a:r>
            <a:r>
              <a:rPr lang="en-US" sz="2000" dirty="0" smtClean="0"/>
              <a:t>Eclipse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Any one of these eclipses (Indigo/Juno/Kepler/Luna/Mars/Neon) installed.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delete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Delete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change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to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rename a file in </a:t>
            </a:r>
            <a:r>
              <a:rPr lang="en-US" sz="2400" dirty="0" err="1"/>
              <a:t>git</a:t>
            </a:r>
            <a:r>
              <a:rPr lang="en-US" sz="2400"/>
              <a:t> using command 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411</TotalTime>
  <Words>151</Words>
  <Application>Microsoft Office PowerPoint</Application>
  <PresentationFormat>Widescreen</PresentationFormat>
  <Paragraphs>28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delete a file of GitHub repo</vt:lpstr>
      <vt:lpstr>Delete a file of GitHub repo</vt:lpstr>
      <vt:lpstr>Commit change in local GIT</vt:lpstr>
      <vt:lpstr>Push to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286</cp:revision>
  <dcterms:created xsi:type="dcterms:W3CDTF">2016-11-15T15:13:14Z</dcterms:created>
  <dcterms:modified xsi:type="dcterms:W3CDTF">2016-11-20T15:51:59Z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