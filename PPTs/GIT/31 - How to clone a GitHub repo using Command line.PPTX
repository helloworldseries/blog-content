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1"/>
  </p:notesMasterIdLst>
  <p:sldIdLst>
    <p:sldId id="256" r:id="rId3"/>
    <p:sldId id="274" r:id="rId4"/>
    <p:sldId id="262" r:id="rId5"/>
    <p:sldId id="264" r:id="rId6"/>
    <p:sldId id="265" r:id="rId7"/>
    <p:sldId id="273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4"/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Hello World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clone </a:t>
            </a:r>
            <a:r>
              <a:rPr lang="en-US"/>
              <a:t>a GIT </a:t>
            </a:r>
            <a:r>
              <a:rPr lang="en-US" dirty="0"/>
              <a:t>repo using Command line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 am a developer and already have a GitHub repo, either created by me or by someone else.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 have already initialized GIT repo in my local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Now, I would like to download GIT repo code to my local machine, that’s nothing but </a:t>
            </a:r>
            <a:r>
              <a:rPr lang="en-US" sz="2000"/>
              <a:t>“cloning”.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356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last tutorial...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We discussed – How to </a:t>
            </a:r>
            <a:r>
              <a:rPr lang="en-US" sz="2000" dirty="0" err="1"/>
              <a:t>checkin</a:t>
            </a:r>
            <a:r>
              <a:rPr lang="en-US" sz="2000" dirty="0"/>
              <a:t> first file into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err="1"/>
              <a:t>Webstorm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tutorial...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We will see, How to clone a GitHub repo </a:t>
            </a:r>
            <a:r>
              <a:rPr lang="en-US" sz="2000"/>
              <a:t>using 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 Bash is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repository is created on GitHub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cloning a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/>
                <a:t>GIT client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/>
                <a:t>installed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1" y="3929320"/>
            <a:ext cx="28536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Clone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 Next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/>
              <a:t>How </a:t>
            </a:r>
            <a:r>
              <a:rPr lang="en-US" sz="2400" dirty="0"/>
              <a:t>to clone a </a:t>
            </a:r>
            <a:r>
              <a:rPr lang="en-US" sz="2400" dirty="0" err="1"/>
              <a:t>Git</a:t>
            </a:r>
            <a:r>
              <a:rPr lang="en-US" sz="2400" dirty="0"/>
              <a:t> repo using Tortoise </a:t>
            </a:r>
            <a:r>
              <a:rPr lang="en-US" sz="2400" dirty="0" err="1"/>
              <a:t>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401</TotalTime>
  <Words>176</Words>
  <Application>Microsoft Office PowerPoint</Application>
  <PresentationFormat>Widescreen</PresentationFormat>
  <Paragraphs>28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Pre-requisites</vt:lpstr>
      <vt:lpstr>Steps for cloning a repo</vt:lpstr>
      <vt:lpstr>Clone GitHub repo</vt:lpstr>
      <vt:lpstr>Coming up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239</cp:revision>
  <dcterms:created xsi:type="dcterms:W3CDTF">2016-11-15T15:13:14Z</dcterms:created>
  <dcterms:modified xsi:type="dcterms:W3CDTF">2016-11-27T10:59:46Z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