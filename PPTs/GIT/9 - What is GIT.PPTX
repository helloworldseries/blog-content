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93" r:id="rId6"/>
    <p:sldId id="294" r:id="rId7"/>
    <p:sldId id="295" r:id="rId8"/>
    <p:sldId id="296" r:id="rId9"/>
    <p:sldId id="29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93"/>
            <p14:sldId id="294"/>
            <p14:sldId id="295"/>
            <p14:sldId id="296"/>
          </p14:sldIdLst>
        </p14:section>
        <p14:section name="Learn More" id="{2CC34DB2-6590-42C0-AD4B-A04C6060184E}">
          <p14:sldIdLst>
            <p14:sldId id="29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smtClean="0"/>
              <a:t>What is 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</a:t>
            </a:r>
            <a:r>
              <a:rPr lang="en-US" sz="2000" dirty="0" smtClean="0"/>
              <a:t>listed few popular Distributed Version Control Systems like </a:t>
            </a:r>
            <a:r>
              <a:rPr lang="en-US" sz="2000" dirty="0" err="1" smtClean="0"/>
              <a:t>Git</a:t>
            </a:r>
            <a:r>
              <a:rPr lang="en-US" sz="2000" dirty="0" smtClean="0"/>
              <a:t>, Mercurial, Bazaar &amp; </a:t>
            </a:r>
            <a:r>
              <a:rPr lang="en-US" sz="2000" dirty="0" err="1" smtClean="0"/>
              <a:t>Darcs</a:t>
            </a:r>
            <a:r>
              <a:rPr lang="en-US" sz="2000" dirty="0" smtClean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 smtClean="0"/>
              <a:t>We will start our journey with GIT.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Git</a:t>
            </a:r>
            <a:r>
              <a:rPr lang="en-US" sz="2000" dirty="0"/>
              <a:t> is a </a:t>
            </a:r>
            <a:r>
              <a:rPr lang="en-US" sz="2000" b="1" u="sng" dirty="0"/>
              <a:t>D</a:t>
            </a:r>
            <a:r>
              <a:rPr lang="en-US" sz="2000" dirty="0"/>
              <a:t>istributed </a:t>
            </a:r>
            <a:r>
              <a:rPr lang="en-US" sz="2000" b="1" u="sng" dirty="0" smtClean="0"/>
              <a:t>V</a:t>
            </a:r>
            <a:r>
              <a:rPr lang="en-US" sz="2000" dirty="0" smtClean="0"/>
              <a:t>ersion</a:t>
            </a:r>
            <a:r>
              <a:rPr lang="en-US" sz="2000" dirty="0"/>
              <a:t> </a:t>
            </a:r>
            <a:r>
              <a:rPr lang="en-US" sz="2000" b="1" u="sng" dirty="0"/>
              <a:t>C</a:t>
            </a:r>
            <a:r>
              <a:rPr lang="en-US" sz="2000" dirty="0"/>
              <a:t>ontrol </a:t>
            </a:r>
            <a:r>
              <a:rPr lang="en-US" sz="2000" b="1" u="sng" dirty="0"/>
              <a:t>S</a:t>
            </a:r>
            <a:r>
              <a:rPr lang="en-US" sz="2000" dirty="0"/>
              <a:t>ystem (VCS).</a:t>
            </a:r>
            <a:endParaRPr lang="en-US" sz="2000" dirty="0"/>
          </a:p>
        </p:txBody>
      </p:sp>
      <p:pic>
        <p:nvPicPr>
          <p:cNvPr id="2050" name="Picture 2" descr="http://www.helloworldseries.com/wp-content/uploads/2016/11/img_581966e0c32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255" y="2599605"/>
            <a:ext cx="3543300" cy="340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7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It takes a “peer-to-peer” approach to version control as opposed to a “Client-Server” approach like version control systems like Subversion (SVN).</a:t>
            </a:r>
            <a:endParaRPr lang="en-US" sz="2000" dirty="0"/>
          </a:p>
        </p:txBody>
      </p:sp>
      <p:pic>
        <p:nvPicPr>
          <p:cNvPr id="2050" name="Picture 2" descr="http://www.helloworldseries.com/wp-content/uploads/2016/11/img_581966e0c32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914" y="3797643"/>
            <a:ext cx="1853293" cy="178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047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Matthew McCullough, a trainer at GitHub, explains that </a:t>
            </a:r>
            <a:r>
              <a:rPr lang="en-US" sz="2000" dirty="0" err="1"/>
              <a:t>Git</a:t>
            </a:r>
            <a:r>
              <a:rPr lang="en-US" sz="2000" dirty="0"/>
              <a:t>, like other version control systems, manages and stores revisions of </a:t>
            </a:r>
            <a:r>
              <a:rPr lang="en-US" sz="2000" dirty="0" smtClean="0"/>
              <a:t>projects.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050" name="Picture 2" descr="http://www.helloworldseries.com/wp-content/uploads/2016/11/img_581966e0c32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914" y="3797643"/>
            <a:ext cx="1853293" cy="178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164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well known </a:t>
            </a:r>
            <a:r>
              <a:rPr lang="en-US" dirty="0" smtClean="0"/>
              <a:t>DVCS -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Though </a:t>
            </a:r>
            <a:r>
              <a:rPr lang="en-US" sz="2000" dirty="0"/>
              <a:t>it’s mostly used for code, McCullough says </a:t>
            </a:r>
            <a:r>
              <a:rPr lang="en-US" sz="2000" dirty="0" err="1"/>
              <a:t>Git</a:t>
            </a:r>
            <a:r>
              <a:rPr lang="en-US" sz="2000" dirty="0"/>
              <a:t> could be used to manage any other type of file, such as Word documents or Final Cut projects.</a:t>
            </a:r>
            <a:endParaRPr lang="en-US" sz="2000" dirty="0"/>
          </a:p>
        </p:txBody>
      </p:sp>
      <p:pic>
        <p:nvPicPr>
          <p:cNvPr id="2050" name="Picture 2" descr="http://www.helloworldseries.com/wp-content/uploads/2016/11/img_581966e0c320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914" y="3797643"/>
            <a:ext cx="1853293" cy="178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340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Got ever confused with GIT and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3404870"/>
            <a:ext cx="10560974" cy="600202"/>
          </a:xfrm>
        </p:spPr>
        <p:txBody>
          <a:bodyPr>
            <a:norm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Watch next </a:t>
            </a:r>
            <a:r>
              <a:rPr lang="en-US" sz="2000" b="1" i="1" dirty="0" smtClean="0">
                <a:solidFill>
                  <a:srgbClr val="FF0000"/>
                </a:solidFill>
              </a:rPr>
              <a:t>tutorial to clear </a:t>
            </a:r>
            <a:r>
              <a:rPr lang="en-US" sz="2000" b="1" i="1" smtClean="0">
                <a:solidFill>
                  <a:srgbClr val="FF0000"/>
                </a:solidFill>
              </a:rPr>
              <a:t>the doubt…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045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What </a:t>
            </a:r>
            <a:r>
              <a:rPr lang="en-US" sz="2400" dirty="0"/>
              <a:t>is GitHub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225</TotalTime>
  <Words>193</Words>
  <Application>Microsoft Office PowerPoint</Application>
  <PresentationFormat>Widescreen</PresentationFormat>
  <Paragraphs>21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Some well known DVCS - GIT</vt:lpstr>
      <vt:lpstr>Some well known DVCS - GIT</vt:lpstr>
      <vt:lpstr>Some well known DVCS - GIT</vt:lpstr>
      <vt:lpstr>Some well known DVCS - GIT</vt:lpstr>
      <vt:lpstr>Got ever confused with GIT and GitHub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118</cp:revision>
  <dcterms:created xsi:type="dcterms:W3CDTF">2016-11-15T15:13:14Z</dcterms:created>
  <dcterms:modified xsi:type="dcterms:W3CDTF">2016-11-19T14:44:06Z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