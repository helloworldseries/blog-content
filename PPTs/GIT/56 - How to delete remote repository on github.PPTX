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9"/>
  </p:notesMasterIdLst>
  <p:sldIdLst>
    <p:sldId id="256" r:id="rId3"/>
    <p:sldId id="275" r:id="rId4"/>
    <p:sldId id="264" r:id="rId5"/>
    <p:sldId id="265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5"/>
          </p14:sldIdLst>
        </p14:section>
        <p14:section name="Design, Impress, Work Together" id="{B9B51309-D148-4332-87C2-07BE32FBCA3B}">
          <p14:sldIdLst>
            <p14:sldId id="264"/>
            <p14:sldId id="265"/>
            <p14:sldId id="273"/>
            <p14:sldId id="274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find out </a:t>
            </a:r>
            <a:r>
              <a:rPr lang="en-US" dirty="0" smtClean="0"/>
              <a:t>GitHub </a:t>
            </a:r>
            <a:r>
              <a:rPr lang="en-US" dirty="0"/>
              <a:t>repository URL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want to delete a GIT repo, created earlier  (like </a:t>
            </a:r>
            <a:r>
              <a:rPr lang="en-US" sz="2000" smtClean="0"/>
              <a:t>test repo) on </a:t>
            </a:r>
            <a:r>
              <a:rPr lang="en-US" sz="2000" dirty="0" smtClean="0"/>
              <a:t>GitHub.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317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delete remote repository on </a:t>
            </a:r>
            <a:r>
              <a:rPr lang="en-US" sz="2000" dirty="0" err="1"/>
              <a:t>github</a:t>
            </a:r>
            <a:endParaRPr lang="en-US" sz="2000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delete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029314" y="3344560"/>
            <a:ext cx="1091761" cy="609537"/>
            <a:chOff x="-219810" y="0"/>
            <a:chExt cx="468699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-219810" y="0"/>
              <a:ext cx="4686992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Delete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Repo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204538" y="3954097"/>
            <a:ext cx="376961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9614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436</TotalTime>
  <Words>74</Words>
  <Application>Microsoft Office PowerPoint</Application>
  <PresentationFormat>Widescreen</PresentationFormat>
  <Paragraphs>17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this tutorial...</vt:lpstr>
      <vt:lpstr>Pre-requisites</vt:lpstr>
      <vt:lpstr>Steps to delete repo</vt:lpstr>
      <vt:lpstr>Delete repo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343</cp:revision>
  <dcterms:created xsi:type="dcterms:W3CDTF">2016-11-15T15:13:14Z</dcterms:created>
  <dcterms:modified xsi:type="dcterms:W3CDTF">2016-11-23T00:41:50Z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