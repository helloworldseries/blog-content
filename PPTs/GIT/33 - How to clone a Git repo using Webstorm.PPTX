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clone a </a:t>
            </a:r>
            <a:r>
              <a:rPr lang="en-US" dirty="0" err="1"/>
              <a:t>Git</a:t>
            </a:r>
            <a:r>
              <a:rPr lang="en-US" dirty="0"/>
              <a:t> repo using </a:t>
            </a:r>
            <a:r>
              <a:rPr lang="en-US" dirty="0" err="1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r>
              <a:rPr lang="en-US" sz="2000" dirty="0" smtClean="0"/>
              <a:t> </a:t>
            </a:r>
            <a:r>
              <a:rPr lang="en-US" sz="2000" dirty="0" smtClean="0"/>
              <a:t>is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cloning a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repo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1" y="3929320"/>
            <a:ext cx="28536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Clone GitHub 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clone a </a:t>
            </a:r>
            <a:r>
              <a:rPr lang="en-US" sz="2400" dirty="0" err="1"/>
              <a:t>Git</a:t>
            </a:r>
            <a:r>
              <a:rPr lang="en-US" sz="2400" dirty="0"/>
              <a:t> repo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395</TotalTime>
  <Words>117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cloning a repo</vt:lpstr>
      <vt:lpstr>Clone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247</cp:revision>
  <dcterms:created xsi:type="dcterms:W3CDTF">2016-11-15T15:13:14Z</dcterms:created>
  <dcterms:modified xsi:type="dcterms:W3CDTF">2016-11-20T13:05:39Z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