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3" r:id="rId7"/>
    <p:sldId id="266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edit a file of GitHub repo using Tortoise </a:t>
            </a:r>
            <a:r>
              <a:rPr lang="en-US" dirty="0" err="1"/>
              <a:t>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edit a file of GitHub repo using Command line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edit a file of GitHub repo using Tortoise </a:t>
            </a:r>
            <a:r>
              <a:rPr lang="en-US" sz="2000" dirty="0" err="1"/>
              <a:t>Git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Tortoise GIT is installed.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editing a file in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Eclipse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Edit file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25450" y="3929320"/>
            <a:ext cx="376961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17855" y="3344561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 file</a:t>
              </a:r>
              <a:endParaRPr lang="en-US" sz="9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139167" y="3344561"/>
            <a:ext cx="1038822" cy="609537"/>
            <a:chOff x="7460" y="0"/>
            <a:chExt cx="4459722" cy="1136864"/>
          </a:xfrm>
        </p:grpSpPr>
        <p:sp>
          <p:nvSpPr>
            <p:cNvPr id="24" name="Chevron 2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 file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a file in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file in local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543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file in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9925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edit a file </a:t>
            </a:r>
            <a:r>
              <a:rPr lang="en-US" sz="2400" dirty="0"/>
              <a:t>of GitHub repo </a:t>
            </a:r>
            <a:r>
              <a:rPr lang="en-US" sz="2400" dirty="0"/>
              <a:t>using </a:t>
            </a:r>
            <a:r>
              <a:rPr lang="en-US" sz="2400" dirty="0" err="1" smtClean="0"/>
              <a:t>Webstorm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404</TotalTime>
  <Words>153</Words>
  <Application>Microsoft Office PowerPoint</Application>
  <PresentationFormat>Widescreen</PresentationFormat>
  <Paragraphs>28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editing a file in GitHub repo</vt:lpstr>
      <vt:lpstr>Edit a file in GitHub repo</vt:lpstr>
      <vt:lpstr>Commit file in local GIT</vt:lpstr>
      <vt:lpstr>Push file in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266</cp:revision>
  <dcterms:created xsi:type="dcterms:W3CDTF">2016-11-15T15:13:14Z</dcterms:created>
  <dcterms:modified xsi:type="dcterms:W3CDTF">2016-11-20T13:17:25Z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