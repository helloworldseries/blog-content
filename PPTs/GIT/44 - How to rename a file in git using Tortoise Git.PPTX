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2"/>
  </p:notesMasterIdLst>
  <p:sldIdLst>
    <p:sldId id="256" r:id="rId3"/>
    <p:sldId id="262" r:id="rId4"/>
    <p:sldId id="264" r:id="rId5"/>
    <p:sldId id="265" r:id="rId6"/>
    <p:sldId id="273" r:id="rId7"/>
    <p:sldId id="266" r:id="rId8"/>
    <p:sldId id="274" r:id="rId9"/>
    <p:sldId id="275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2"/>
            <p14:sldId id="264"/>
            <p14:sldId id="265"/>
            <p14:sldId id="273"/>
            <p14:sldId id="266"/>
            <p14:sldId id="274"/>
            <p14:sldId id="275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commentAuthors" Target="commentAuthor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dirty="0" smtClean="0"/>
              <a:t>How </a:t>
            </a:r>
            <a:r>
              <a:rPr lang="en-US" dirty="0"/>
              <a:t>to rename a file in </a:t>
            </a:r>
            <a:r>
              <a:rPr lang="en-US" dirty="0" err="1"/>
              <a:t>git</a:t>
            </a:r>
            <a:r>
              <a:rPr lang="en-US" dirty="0"/>
              <a:t> using Tortoise </a:t>
            </a:r>
            <a:r>
              <a:rPr lang="en-US" dirty="0" err="1"/>
              <a:t>Git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discussed </a:t>
            </a:r>
            <a:r>
              <a:rPr lang="en-US" sz="2000" dirty="0" smtClean="0"/>
              <a:t>– </a:t>
            </a:r>
            <a:r>
              <a:rPr lang="en-US" sz="2000" dirty="0" smtClean="0"/>
              <a:t>How </a:t>
            </a:r>
            <a:r>
              <a:rPr lang="en-US" sz="2000" dirty="0"/>
              <a:t>to rename a file in </a:t>
            </a:r>
            <a:r>
              <a:rPr lang="en-US" sz="2000" dirty="0" err="1"/>
              <a:t>git</a:t>
            </a:r>
            <a:r>
              <a:rPr lang="en-US" sz="2000" dirty="0"/>
              <a:t> using </a:t>
            </a:r>
            <a:r>
              <a:rPr lang="en-US" sz="2000" dirty="0" smtClean="0"/>
              <a:t>command line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</a:t>
            </a:r>
            <a:r>
              <a:rPr lang="en-US" sz="2000" dirty="0"/>
              <a:t>How to </a:t>
            </a:r>
            <a:r>
              <a:rPr lang="en-US" sz="2000" dirty="0" smtClean="0"/>
              <a:t>rename a </a:t>
            </a:r>
            <a:r>
              <a:rPr lang="en-US" sz="2000" dirty="0"/>
              <a:t>file of </a:t>
            </a:r>
            <a:r>
              <a:rPr lang="en-US" sz="2000" dirty="0" smtClean="0"/>
              <a:t>GIT using </a:t>
            </a:r>
            <a:r>
              <a:rPr lang="en-US" sz="2000" dirty="0" smtClean="0"/>
              <a:t>Tortoise GIT</a:t>
            </a:r>
            <a:endParaRPr lang="en-US" sz="2000" b="1" dirty="0"/>
          </a:p>
        </p:txBody>
      </p:sp>
      <p:pic>
        <p:nvPicPr>
          <p:cNvPr id="1028" name="Picture 4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665" y="9495700"/>
            <a:ext cx="1008237" cy="58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Pre-requisites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GIT Bash is installed</a:t>
            </a:r>
            <a:r>
              <a:rPr lang="en-US" sz="2000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Tortoise GIT is installed.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GitHub </a:t>
            </a:r>
            <a:r>
              <a:rPr lang="en-US" sz="2000" dirty="0"/>
              <a:t>account is created.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 repository is created on GitHub with at least one file and you have GitHub repo URL with you.</a:t>
            </a:r>
          </a:p>
        </p:txBody>
      </p:sp>
    </p:spTree>
    <p:extLst>
      <p:ext uri="{BB962C8B-B14F-4D97-AF65-F5344CB8AC3E}">
        <p14:creationId xmlns:p14="http://schemas.microsoft.com/office/powerpoint/2010/main" val="2862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for rename a file of GitHub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grpSp>
        <p:nvGrpSpPr>
          <p:cNvPr id="5" name="Group 4"/>
          <p:cNvGrpSpPr/>
          <p:nvPr/>
        </p:nvGrpSpPr>
        <p:grpSpPr>
          <a:xfrm>
            <a:off x="3113907" y="3344562"/>
            <a:ext cx="1038822" cy="609537"/>
            <a:chOff x="7460" y="0"/>
            <a:chExt cx="4459722" cy="1136864"/>
          </a:xfrm>
        </p:grpSpPr>
        <p:sp>
          <p:nvSpPr>
            <p:cNvPr id="6" name="Chevron 5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Tortoise GIT</a:t>
              </a:r>
              <a:endParaRPr lang="en-US" sz="900" kern="1200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4087424" y="3344562"/>
            <a:ext cx="1038822" cy="609537"/>
            <a:chOff x="7460" y="0"/>
            <a:chExt cx="4459722" cy="1136864"/>
          </a:xfrm>
        </p:grpSpPr>
        <p:sp>
          <p:nvSpPr>
            <p:cNvPr id="38" name="Chevron 3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account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055797" y="3344561"/>
            <a:ext cx="1038822" cy="609537"/>
            <a:chOff x="7460" y="0"/>
            <a:chExt cx="4459722" cy="1136864"/>
          </a:xfrm>
        </p:grpSpPr>
        <p:sp>
          <p:nvSpPr>
            <p:cNvPr id="41" name="Chevron 40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2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repo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7079033" y="3334409"/>
            <a:ext cx="1038822" cy="609537"/>
            <a:chOff x="7460" y="0"/>
            <a:chExt cx="4459722" cy="1136864"/>
          </a:xfrm>
        </p:grpSpPr>
        <p:sp>
          <p:nvSpPr>
            <p:cNvPr id="47" name="Chevron 46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8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Rename file</a:t>
              </a:r>
              <a:endParaRPr lang="en-US" sz="900" dirty="0"/>
            </a:p>
          </p:txBody>
        </p:sp>
      </p:grpSp>
      <p:sp>
        <p:nvSpPr>
          <p:cNvPr id="60" name="Rectangle 59"/>
          <p:cNvSpPr/>
          <p:nvPr/>
        </p:nvSpPr>
        <p:spPr>
          <a:xfrm>
            <a:off x="3113907" y="4042971"/>
            <a:ext cx="376961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Pre-requisites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6057721" y="3336427"/>
            <a:ext cx="1038822" cy="609537"/>
            <a:chOff x="7460" y="0"/>
            <a:chExt cx="4459722" cy="1136864"/>
          </a:xfrm>
        </p:grpSpPr>
        <p:sp>
          <p:nvSpPr>
            <p:cNvPr id="18" name="Chevron 1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Clone </a:t>
              </a:r>
            </a:p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repo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8117855" y="3344561"/>
            <a:ext cx="1038822" cy="609537"/>
            <a:chOff x="7460" y="0"/>
            <a:chExt cx="4459722" cy="1136864"/>
          </a:xfrm>
        </p:grpSpPr>
        <p:sp>
          <p:nvSpPr>
            <p:cNvPr id="21" name="Chevron 20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Commit</a:t>
              </a:r>
              <a:endParaRPr lang="en-US" sz="900" dirty="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9139167" y="3344561"/>
            <a:ext cx="1038822" cy="609537"/>
            <a:chOff x="7460" y="0"/>
            <a:chExt cx="4459722" cy="1136864"/>
          </a:xfrm>
        </p:grpSpPr>
        <p:sp>
          <p:nvSpPr>
            <p:cNvPr id="24" name="Chevron 23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Push</a:t>
              </a:r>
              <a:endParaRPr lang="en-US" sz="900" dirty="0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2173941" y="3334408"/>
            <a:ext cx="1038822" cy="609537"/>
            <a:chOff x="7460" y="0"/>
            <a:chExt cx="4459722" cy="1136864"/>
          </a:xfrm>
        </p:grpSpPr>
        <p:sp>
          <p:nvSpPr>
            <p:cNvPr id="27" name="Chevron 26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8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kern="1200" dirty="0" smtClean="0"/>
                <a:t>GIT Bash</a:t>
              </a:r>
              <a:endParaRPr lang="en-US" sz="9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083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Rename a file of GitHub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79152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Commit change in local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025436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Push to GitHub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599251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/>
              <a:t>How to rename a file in </a:t>
            </a:r>
            <a:r>
              <a:rPr lang="en-US" sz="2400" dirty="0" err="1"/>
              <a:t>git</a:t>
            </a:r>
            <a:r>
              <a:rPr lang="en-US" sz="2400" dirty="0"/>
              <a:t> using </a:t>
            </a:r>
            <a:r>
              <a:rPr lang="en-US" sz="2400" smtClean="0"/>
              <a:t>Webstorm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414</TotalTime>
  <Words>154</Words>
  <Application>Microsoft Office PowerPoint</Application>
  <PresentationFormat>Widescreen</PresentationFormat>
  <Paragraphs>30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Segoe UI</vt:lpstr>
      <vt:lpstr>Segoe UI Light</vt:lpstr>
      <vt:lpstr>WelcomeDoc</vt:lpstr>
      <vt:lpstr>Welcome to Hello World Series</vt:lpstr>
      <vt:lpstr>In last tutorial...</vt:lpstr>
      <vt:lpstr>In this tutorial...</vt:lpstr>
      <vt:lpstr>Pre-requisites</vt:lpstr>
      <vt:lpstr>Steps for rename a file of GitHub repo</vt:lpstr>
      <vt:lpstr>Rename a file of GitHub repo</vt:lpstr>
      <vt:lpstr>Commit change in local GIT</vt:lpstr>
      <vt:lpstr>Push to GitHub repo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290</cp:revision>
  <dcterms:created xsi:type="dcterms:W3CDTF">2016-11-15T15:13:14Z</dcterms:created>
  <dcterms:modified xsi:type="dcterms:W3CDTF">2016-11-22T00:30:00Z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