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3"/>
  </p:notesMasterIdLst>
  <p:sldIdLst>
    <p:sldId id="256" r:id="rId3"/>
    <p:sldId id="270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0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is significance of initializing </a:t>
            </a:r>
            <a:r>
              <a:rPr lang="en-US" dirty="0" err="1"/>
              <a:t>Git</a:t>
            </a:r>
            <a:r>
              <a:rPr lang="en-US" dirty="0"/>
              <a:t> repository in your machine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developer and already have a GitHub repo.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want to start doing all GIT local operations from local 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First thing, I would need is to initialize any </a:t>
            </a:r>
            <a:r>
              <a:rPr lang="en-US" sz="2000" dirty="0" err="1" smtClean="0"/>
              <a:t>dir</a:t>
            </a:r>
            <a:r>
              <a:rPr lang="en-US" sz="2000" dirty="0" smtClean="0"/>
              <a:t> with </a:t>
            </a:r>
            <a:r>
              <a:rPr lang="en-US" sz="2000" dirty="0" err="1" smtClean="0"/>
              <a:t>git</a:t>
            </a:r>
            <a:r>
              <a:rPr lang="en-US" sz="2000" dirty="0" smtClean="0"/>
              <a:t>, so that I can checkout, </a:t>
            </a:r>
            <a:r>
              <a:rPr lang="en-US" sz="2000" dirty="0" err="1" smtClean="0"/>
              <a:t>checkin</a:t>
            </a:r>
            <a:r>
              <a:rPr lang="en-US" sz="2000" dirty="0" smtClean="0"/>
              <a:t>, tracking, merge GIT code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Initializing </a:t>
            </a:r>
            <a:r>
              <a:rPr lang="en-US" sz="2000" dirty="0" err="1" smtClean="0"/>
              <a:t>git</a:t>
            </a:r>
            <a:r>
              <a:rPr lang="en-US" sz="2000" dirty="0" smtClean="0"/>
              <a:t> repo would just create hidden .</a:t>
            </a:r>
            <a:r>
              <a:rPr lang="en-US" sz="2000" dirty="0" err="1" smtClean="0"/>
              <a:t>git</a:t>
            </a:r>
            <a:r>
              <a:rPr lang="en-US" sz="2000" dirty="0" smtClean="0"/>
              <a:t> directory in the </a:t>
            </a:r>
            <a:r>
              <a:rPr lang="en-US" sz="2000" dirty="0" err="1" smtClean="0"/>
              <a:t>dir</a:t>
            </a:r>
            <a:r>
              <a:rPr lang="en-US" sz="2000" dirty="0" smtClean="0"/>
              <a:t> wherever I want </a:t>
            </a:r>
            <a:r>
              <a:rPr lang="en-US" sz="2000" smtClean="0"/>
              <a:t>to maintain my GIT code.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50662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create a remote repo on GitHub from GitHub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What is significance of initializing </a:t>
            </a:r>
            <a:r>
              <a:rPr lang="en-US" sz="2000" dirty="0" err="1"/>
              <a:t>Git</a:t>
            </a:r>
            <a:r>
              <a:rPr lang="en-US" sz="2000" dirty="0"/>
              <a:t> repository in your machine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Any GIT client is installed</a:t>
            </a:r>
            <a:r>
              <a:rPr lang="en-US" sz="2000" dirty="0"/>
              <a:t>, i.e. </a:t>
            </a:r>
            <a:r>
              <a:rPr lang="en-US" sz="2000" dirty="0" err="1"/>
              <a:t>Git</a:t>
            </a:r>
            <a:r>
              <a:rPr lang="en-US" sz="2000" dirty="0"/>
              <a:t> </a:t>
            </a:r>
            <a:r>
              <a:rPr lang="en-US" sz="2000" dirty="0" smtClean="0"/>
              <a:t>Bash, GIT GUI, Tortoise GIT etc.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 repo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Initializing a GIT repository on your machine means creating a blank .</a:t>
            </a:r>
            <a:r>
              <a:rPr lang="en-US" sz="2000" dirty="0" err="1"/>
              <a:t>git</a:t>
            </a:r>
            <a:r>
              <a:rPr lang="en-US" sz="2000" dirty="0"/>
              <a:t> directory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 repo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You </a:t>
            </a:r>
            <a:r>
              <a:rPr lang="en-US" sz="2000" dirty="0"/>
              <a:t>need to have .</a:t>
            </a:r>
            <a:r>
              <a:rPr lang="en-US" sz="2000" dirty="0" err="1"/>
              <a:t>git</a:t>
            </a:r>
            <a:r>
              <a:rPr lang="en-US" sz="2000" dirty="0"/>
              <a:t> directory before performing any GIT operation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159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 repo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As </a:t>
            </a:r>
            <a:r>
              <a:rPr lang="en-US" sz="2000" dirty="0"/>
              <a:t>you need to create Eclipse or </a:t>
            </a:r>
            <a:r>
              <a:rPr lang="en-US" sz="2000" dirty="0" err="1"/>
              <a:t>WebStorm</a:t>
            </a:r>
            <a:r>
              <a:rPr lang="en-US" sz="2000" dirty="0"/>
              <a:t> workspace , before you use Eclipse to write any Java code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444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GIT repo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All </a:t>
            </a:r>
            <a:r>
              <a:rPr lang="en-US" sz="2000" dirty="0"/>
              <a:t>subsequent operations (commit, push, checkout, delete, rename, tracking etc.) will be performed using new .</a:t>
            </a:r>
            <a:r>
              <a:rPr lang="en-US" sz="2000" dirty="0" err="1"/>
              <a:t>git</a:t>
            </a:r>
            <a:r>
              <a:rPr lang="en-US" sz="2000" dirty="0"/>
              <a:t> directory.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2969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initialize </a:t>
            </a:r>
            <a:r>
              <a:rPr lang="en-US" sz="2400" dirty="0" err="1"/>
              <a:t>git</a:t>
            </a:r>
            <a:r>
              <a:rPr lang="en-US" sz="2400"/>
              <a:t> repository using command 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355</TotalTime>
  <Words>268</Words>
  <Application>Microsoft Office PowerPoint</Application>
  <PresentationFormat>Widescreen</PresentationFormat>
  <Paragraphs>26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Pre-requisites</vt:lpstr>
      <vt:lpstr>What is GIT repo initialization</vt:lpstr>
      <vt:lpstr>What is GIT repo initialization</vt:lpstr>
      <vt:lpstr>What is GIT repo initialization</vt:lpstr>
      <vt:lpstr>What is GIT repo initialization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183</cp:revision>
  <dcterms:created xsi:type="dcterms:W3CDTF">2016-11-15T15:13:14Z</dcterms:created>
  <dcterms:modified xsi:type="dcterms:W3CDTF">2016-11-23T00:34:42Z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