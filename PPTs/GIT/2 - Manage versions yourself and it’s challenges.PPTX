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6" r:id="rId5"/>
    <p:sldId id="265" r:id="rId6"/>
    <p:sldId id="257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6"/>
            <p14:sldId id="265"/>
            <p14:sldId id="257"/>
            <p14:sldId id="264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Manage versions </a:t>
            </a:r>
            <a:r>
              <a:rPr lang="en-US" dirty="0" smtClean="0"/>
              <a:t>yourself </a:t>
            </a:r>
            <a:r>
              <a:rPr lang="en-US" dirty="0"/>
              <a:t>and it’s challenges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agreed that some sort of </a:t>
            </a:r>
            <a:r>
              <a:rPr lang="en-US" sz="2000" b="1" u="sng" dirty="0" smtClean="0"/>
              <a:t>Version Control mechanism</a:t>
            </a:r>
            <a:r>
              <a:rPr lang="en-US" sz="2000" dirty="0" smtClean="0"/>
              <a:t> </a:t>
            </a:r>
            <a:r>
              <a:rPr lang="en-US" sz="2000" dirty="0"/>
              <a:t>is required.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try to manage file changes on our local machine having incremental name for each revision.</a:t>
            </a:r>
          </a:p>
          <a:p>
            <a:r>
              <a:rPr lang="en-US" sz="2000" b="1" dirty="0" smtClean="0"/>
              <a:t>Convention for each revision - </a:t>
            </a:r>
            <a:r>
              <a:rPr lang="en-US" sz="2000" i="1" dirty="0" err="1" smtClean="0"/>
              <a:t>filname_</a:t>
            </a:r>
            <a:r>
              <a:rPr lang="en-US" sz="2000" b="1" i="1" dirty="0" err="1" smtClean="0"/>
              <a:t>DDMMMYYYY</a:t>
            </a:r>
            <a:r>
              <a:rPr lang="en-US" sz="2000" i="1" dirty="0" err="1" smtClean="0"/>
              <a:t>_</a:t>
            </a:r>
            <a:r>
              <a:rPr lang="en-US" sz="2000" b="1" i="1" dirty="0" err="1" smtClean="0"/>
              <a:t>HH</a:t>
            </a:r>
            <a:r>
              <a:rPr lang="en-US" sz="2000" i="1" dirty="0" err="1" smtClean="0"/>
              <a:t>_</a:t>
            </a:r>
            <a:r>
              <a:rPr lang="en-US" sz="2000" b="1" i="1" dirty="0" err="1" smtClean="0"/>
              <a:t>MM</a:t>
            </a:r>
            <a:r>
              <a:rPr lang="en-US" sz="2000" i="1" dirty="0" err="1" smtClean="0"/>
              <a:t>.c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194916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revisions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 smtClean="0"/>
              <a:t>Convention for each revision - </a:t>
            </a:r>
            <a:r>
              <a:rPr lang="en-US" sz="2000" i="1" dirty="0" err="1" smtClean="0"/>
              <a:t>filname_</a:t>
            </a:r>
            <a:r>
              <a:rPr lang="en-US" sz="2000" b="1" i="1" dirty="0" err="1" smtClean="0"/>
              <a:t>DDMMMYYYY</a:t>
            </a:r>
            <a:r>
              <a:rPr lang="en-US" sz="2000" i="1" dirty="0" err="1" smtClean="0"/>
              <a:t>_</a:t>
            </a:r>
            <a:r>
              <a:rPr lang="en-US" sz="2000" b="1" i="1" dirty="0" err="1" smtClean="0"/>
              <a:t>HH</a:t>
            </a:r>
            <a:r>
              <a:rPr lang="en-US" sz="2000" i="1" dirty="0" err="1" smtClean="0"/>
              <a:t>_</a:t>
            </a:r>
            <a:r>
              <a:rPr lang="en-US" sz="2000" b="1" i="1" dirty="0" err="1" smtClean="0"/>
              <a:t>MM</a:t>
            </a:r>
            <a:r>
              <a:rPr lang="en-US" sz="2000" i="1" dirty="0" err="1" smtClean="0"/>
              <a:t>.c</a:t>
            </a:r>
            <a:endParaRPr lang="en-US" sz="2000" b="1" i="1" dirty="0"/>
          </a:p>
        </p:txBody>
      </p:sp>
      <p:pic>
        <p:nvPicPr>
          <p:cNvPr id="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916" y="4692187"/>
            <a:ext cx="931246" cy="87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18656" y="3117976"/>
            <a:ext cx="3251845" cy="1415235"/>
            <a:chOff x="7460" y="-16981"/>
            <a:chExt cx="4459722" cy="1153845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729683" y="-16981"/>
              <a:ext cx="332285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print_14Nov2016_09_14_AM.c</a:t>
              </a:r>
              <a:endParaRPr lang="en-US" sz="1200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227163" y="3138804"/>
            <a:ext cx="3251845" cy="1394407"/>
            <a:chOff x="7460" y="0"/>
            <a:chExt cx="4459722" cy="1136864"/>
          </a:xfrm>
        </p:grpSpPr>
        <p:sp>
          <p:nvSpPr>
            <p:cNvPr id="9" name="Chevron 8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Chevron 4"/>
            <p:cNvSpPr/>
            <p:nvPr/>
          </p:nvSpPr>
          <p:spPr>
            <a:xfrm>
              <a:off x="753343" y="0"/>
              <a:ext cx="332285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print_14Nov2016_09_50_AM.c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893485" y="3138804"/>
            <a:ext cx="3251845" cy="1394407"/>
            <a:chOff x="7460" y="0"/>
            <a:chExt cx="4459722" cy="1136864"/>
          </a:xfrm>
        </p:grpSpPr>
        <p:sp>
          <p:nvSpPr>
            <p:cNvPr id="12" name="Chevron 11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Chevron 4"/>
            <p:cNvSpPr/>
            <p:nvPr/>
          </p:nvSpPr>
          <p:spPr>
            <a:xfrm>
              <a:off x="753343" y="0"/>
              <a:ext cx="3322858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print_14Nov2016_10_30_AM.c</a:t>
              </a:r>
            </a:p>
          </p:txBody>
        </p:sp>
      </p:grpSp>
      <p:pic>
        <p:nvPicPr>
          <p:cNvPr id="1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242" y="4764203"/>
            <a:ext cx="949645" cy="89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917" y="4717155"/>
            <a:ext cx="999508" cy="94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53340" y="2605177"/>
            <a:ext cx="2833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D6742A"/>
                </a:solidFill>
              </a:rPr>
              <a:t>Revision </a:t>
            </a:r>
            <a:r>
              <a:rPr lang="en-US" b="1" u="sng" dirty="0" smtClean="0">
                <a:solidFill>
                  <a:srgbClr val="D6742A"/>
                </a:solidFill>
              </a:rPr>
              <a:t>1</a:t>
            </a:r>
            <a:r>
              <a:rPr lang="en-US" b="1" dirty="0" smtClean="0">
                <a:solidFill>
                  <a:srgbClr val="D6742A"/>
                </a:solidFill>
              </a:rPr>
              <a:t> – 09:14 </a:t>
            </a:r>
            <a:r>
              <a:rPr lang="en-US" b="1" dirty="0">
                <a:solidFill>
                  <a:srgbClr val="D6742A"/>
                </a:solidFill>
              </a:rPr>
              <a:t>A</a:t>
            </a:r>
            <a:r>
              <a:rPr lang="en-US" b="1" dirty="0" smtClean="0">
                <a:solidFill>
                  <a:srgbClr val="D6742A"/>
                </a:solidFill>
              </a:rPr>
              <a:t>M</a:t>
            </a:r>
            <a:endParaRPr lang="en-US" b="1" dirty="0">
              <a:solidFill>
                <a:srgbClr val="D6742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21663" y="2605177"/>
            <a:ext cx="283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6742A"/>
                </a:solidFill>
              </a:rPr>
              <a:t>Revision 2 – </a:t>
            </a:r>
            <a:r>
              <a:rPr lang="en-US" b="1" dirty="0" smtClean="0">
                <a:solidFill>
                  <a:srgbClr val="D6742A"/>
                </a:solidFill>
              </a:rPr>
              <a:t>09:50 </a:t>
            </a:r>
            <a:r>
              <a:rPr lang="en-US" b="1" dirty="0">
                <a:solidFill>
                  <a:srgbClr val="D6742A"/>
                </a:solidFill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7052" y="2605177"/>
            <a:ext cx="283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6742A"/>
                </a:solidFill>
              </a:rPr>
              <a:t>Revision 3 – </a:t>
            </a:r>
            <a:r>
              <a:rPr lang="en-US" b="1" dirty="0" smtClean="0">
                <a:solidFill>
                  <a:srgbClr val="D6742A"/>
                </a:solidFill>
              </a:rPr>
              <a:t>10:30 </a:t>
            </a:r>
            <a:r>
              <a:rPr lang="en-US" b="1" dirty="0">
                <a:solidFill>
                  <a:srgbClr val="D6742A"/>
                </a:solidFill>
              </a:rPr>
              <a:t>PM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40" y="4632388"/>
            <a:ext cx="2093431" cy="16038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3504" y="4694466"/>
            <a:ext cx="1856834" cy="164467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3485" y="4705528"/>
            <a:ext cx="1893005" cy="191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7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971870" cy="1208868"/>
          </a:xfrm>
        </p:spPr>
        <p:txBody>
          <a:bodyPr/>
          <a:lstStyle/>
          <a:p>
            <a:r>
              <a:rPr lang="en-US" dirty="0" smtClean="0"/>
              <a:t>This story was simple – one file and one developer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48416" cy="443375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What if, you have many files and many developers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67" y="2684490"/>
            <a:ext cx="838273" cy="8306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855" y="2684490"/>
            <a:ext cx="838273" cy="8306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135" y="2684490"/>
            <a:ext cx="838273" cy="8306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415" y="2684490"/>
            <a:ext cx="838273" cy="8306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95" y="2684490"/>
            <a:ext cx="838273" cy="8306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975" y="2684490"/>
            <a:ext cx="838273" cy="8306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378" y="2684490"/>
            <a:ext cx="838273" cy="8306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879" y="3099816"/>
            <a:ext cx="838273" cy="8306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167" y="3099816"/>
            <a:ext cx="838273" cy="83065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47" y="3099816"/>
            <a:ext cx="838273" cy="83065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727" y="3099816"/>
            <a:ext cx="838273" cy="83065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007" y="3099816"/>
            <a:ext cx="838273" cy="83065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7" y="3099816"/>
            <a:ext cx="838273" cy="83065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690" y="3099816"/>
            <a:ext cx="838273" cy="83065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22" y="3515142"/>
            <a:ext cx="838273" cy="83065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310" y="3515142"/>
            <a:ext cx="838273" cy="83065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590" y="3515142"/>
            <a:ext cx="838273" cy="83065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870" y="3515142"/>
            <a:ext cx="838273" cy="8306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150" y="3515142"/>
            <a:ext cx="838273" cy="8306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430" y="3515142"/>
            <a:ext cx="838273" cy="83065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833" y="3515142"/>
            <a:ext cx="838273" cy="830652"/>
          </a:xfrm>
          <a:prstGeom prst="rect">
            <a:avLst/>
          </a:prstGeom>
        </p:spPr>
      </p:pic>
      <p:pic>
        <p:nvPicPr>
          <p:cNvPr id="2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59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21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83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968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630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292" y="4736734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350" y="472626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012" y="472626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674" y="472626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863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525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187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72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034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696" y="4984827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754" y="4974360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416" y="4974360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078" y="4974360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553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215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877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062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724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386" y="5288135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44" y="527766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106" y="527766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768" y="527766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047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09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71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556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218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880" y="5576058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938" y="5565591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600" y="5565591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mage result for source code programmin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262" y="5565591"/>
            <a:ext cx="811381" cy="71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definitely need some tool to help you!!!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10902695" cy="435133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Version </a:t>
            </a:r>
            <a:r>
              <a:rPr lang="en-US" sz="2000" dirty="0"/>
              <a:t>control is a system that can track/control the changes your file(s) over time so that you or someone authorized person can recall specific versions later.</a:t>
            </a:r>
          </a:p>
          <a:p>
            <a:r>
              <a:rPr lang="en-US" sz="2000" dirty="0" smtClean="0"/>
              <a:t>This </a:t>
            </a:r>
            <a:r>
              <a:rPr lang="en-US" sz="2000" dirty="0"/>
              <a:t>so-called "</a:t>
            </a:r>
            <a:r>
              <a:rPr lang="en-US" sz="2000" b="1" u="sng" dirty="0"/>
              <a:t>V</a:t>
            </a:r>
            <a:r>
              <a:rPr lang="en-US" sz="2000" dirty="0"/>
              <a:t>ersion </a:t>
            </a:r>
            <a:r>
              <a:rPr lang="en-US" sz="2000" b="1" u="sng" dirty="0"/>
              <a:t>C</a:t>
            </a:r>
            <a:r>
              <a:rPr lang="en-US" sz="2000" dirty="0"/>
              <a:t>ontrol </a:t>
            </a:r>
            <a:r>
              <a:rPr lang="en-US" sz="2000" b="1" u="sng" dirty="0"/>
              <a:t>S</a:t>
            </a:r>
            <a:r>
              <a:rPr lang="en-US" sz="2000" dirty="0"/>
              <a:t>ystem (VCS)" needs to be a software or a manual management of changes, which we will cover in next tutorials.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6702" y="4605525"/>
            <a:ext cx="2607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 smtClean="0"/>
              <a:t>ystem</a:t>
            </a:r>
            <a:endParaRPr lang="en-US" sz="7200" dirty="0"/>
          </a:p>
        </p:txBody>
      </p:sp>
      <p:sp>
        <p:nvSpPr>
          <p:cNvPr id="6" name="TextBox 5"/>
          <p:cNvSpPr txBox="1"/>
          <p:nvPr/>
        </p:nvSpPr>
        <p:spPr>
          <a:xfrm>
            <a:off x="1266909" y="4605528"/>
            <a:ext cx="799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u="sng" dirty="0" smtClean="0"/>
              <a:t>V</a:t>
            </a:r>
            <a:endParaRPr lang="en-US" sz="7200" dirty="0"/>
          </a:p>
        </p:txBody>
      </p:sp>
      <p:sp>
        <p:nvSpPr>
          <p:cNvPr id="7" name="TextBox 6"/>
          <p:cNvSpPr txBox="1"/>
          <p:nvPr/>
        </p:nvSpPr>
        <p:spPr>
          <a:xfrm>
            <a:off x="1914144" y="4605527"/>
            <a:ext cx="2676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 smtClean="0"/>
              <a:t>ersion</a:t>
            </a:r>
            <a:endParaRPr lang="en-US" sz="7200" dirty="0"/>
          </a:p>
        </p:txBody>
      </p:sp>
      <p:sp>
        <p:nvSpPr>
          <p:cNvPr id="8" name="TextBox 7"/>
          <p:cNvSpPr txBox="1"/>
          <p:nvPr/>
        </p:nvSpPr>
        <p:spPr>
          <a:xfrm>
            <a:off x="4800600" y="4605526"/>
            <a:ext cx="841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u="sng" dirty="0" smtClean="0"/>
              <a:t>C</a:t>
            </a:r>
            <a:endParaRPr lang="en-US" sz="7200" dirty="0"/>
          </a:p>
        </p:txBody>
      </p:sp>
      <p:sp>
        <p:nvSpPr>
          <p:cNvPr id="9" name="TextBox 8"/>
          <p:cNvSpPr txBox="1"/>
          <p:nvPr/>
        </p:nvSpPr>
        <p:spPr>
          <a:xfrm>
            <a:off x="5427429" y="4605526"/>
            <a:ext cx="2619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 smtClean="0"/>
              <a:t>ontrol</a:t>
            </a:r>
            <a:endParaRPr lang="en-US" sz="7200" dirty="0"/>
          </a:p>
        </p:txBody>
      </p:sp>
      <p:sp>
        <p:nvSpPr>
          <p:cNvPr id="10" name="TextBox 9"/>
          <p:cNvSpPr txBox="1"/>
          <p:nvPr/>
        </p:nvSpPr>
        <p:spPr>
          <a:xfrm>
            <a:off x="8098006" y="4605526"/>
            <a:ext cx="909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u="sng" dirty="0" smtClean="0"/>
              <a:t>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smtClean="0"/>
              <a:t>Version </a:t>
            </a:r>
            <a:r>
              <a:rPr lang="en-US" sz="2400" dirty="0"/>
              <a:t>control with DBMS and it's problems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86</TotalTime>
  <Words>177</Words>
  <Application>Microsoft Office PowerPoint</Application>
  <PresentationFormat>Widescreen</PresentationFormat>
  <Paragraphs>31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Local revisions</vt:lpstr>
      <vt:lpstr>This story was simple – one file and one developer only</vt:lpstr>
      <vt:lpstr>You definitely need some tool to help you!!!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22</cp:revision>
  <dcterms:created xsi:type="dcterms:W3CDTF">2016-11-15T15:13:14Z</dcterms:created>
  <dcterms:modified xsi:type="dcterms:W3CDTF">2016-11-19T01:14:58Z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