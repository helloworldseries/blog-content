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3"/>
  </p:notesMasterIdLst>
  <p:sldIdLst>
    <p:sldId id="256" r:id="rId3"/>
    <p:sldId id="262" r:id="rId4"/>
    <p:sldId id="264" r:id="rId5"/>
    <p:sldId id="287" r:id="rId6"/>
    <p:sldId id="288" r:id="rId7"/>
    <p:sldId id="289" r:id="rId8"/>
    <p:sldId id="290" r:id="rId9"/>
    <p:sldId id="291" r:id="rId10"/>
    <p:sldId id="29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smtClean="0"/>
              <a:t>Advantages </a:t>
            </a:r>
            <a:r>
              <a:rPr lang="en-US"/>
              <a:t>of Distributed Version 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Distributed Version Control Systems work?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advantages of Distributed Version </a:t>
            </a:r>
            <a:r>
              <a:rPr lang="en-US" sz="2000" smtClean="0"/>
              <a:t>Control Systems.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 and Push are different in DVCS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Commit is local commit – no network needed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in DVCS is similar to Commit in CVCS.</a:t>
            </a:r>
          </a:p>
        </p:txBody>
      </p:sp>
    </p:spTree>
    <p:extLst>
      <p:ext uri="{BB962C8B-B14F-4D97-AF65-F5344CB8AC3E}">
        <p14:creationId xmlns:p14="http://schemas.microsoft.com/office/powerpoint/2010/main" val="98515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Everyone has their own local sandbox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can make changes and roll back, all on your local machine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more giant </a:t>
            </a:r>
            <a:r>
              <a:rPr lang="en-US" sz="2000" dirty="0" err="1"/>
              <a:t>checkins</a:t>
            </a:r>
            <a:r>
              <a:rPr lang="en-US" sz="2000" dirty="0"/>
              <a:t>; your incremental history is in your repo.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932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DVCS </a:t>
            </a:r>
            <a:r>
              <a:rPr lang="en-US" dirty="0" err="1"/>
              <a:t>git</a:t>
            </a:r>
            <a:r>
              <a:rPr lang="en-US" dirty="0"/>
              <a:t> works offline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only need to be online to share </a:t>
            </a:r>
            <a:r>
              <a:rPr lang="en-US" sz="2000" dirty="0" smtClean="0"/>
              <a:t>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Otherwise</a:t>
            </a:r>
            <a:r>
              <a:rPr lang="en-US" sz="2000" dirty="0"/>
              <a:t>, you can happily stay on your local machine, checking in and undoing, no matter if the “server” is down or you’re on an airplane.</a:t>
            </a:r>
          </a:p>
        </p:txBody>
      </p:sp>
    </p:spTree>
    <p:extLst>
      <p:ext uri="{BB962C8B-B14F-4D97-AF65-F5344CB8AC3E}">
        <p14:creationId xmlns:p14="http://schemas.microsoft.com/office/powerpoint/2010/main" val="50788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DVCS </a:t>
            </a:r>
            <a:r>
              <a:rPr lang="en-US" dirty="0" smtClean="0"/>
              <a:t>is </a:t>
            </a:r>
            <a:r>
              <a:rPr lang="en-US" dirty="0"/>
              <a:t>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Since diffs, commits and reverts are all done </a:t>
            </a:r>
            <a:r>
              <a:rPr lang="en-US" sz="2000" dirty="0" smtClean="0"/>
              <a:t>locally, there’s </a:t>
            </a:r>
            <a:r>
              <a:rPr lang="en-US" sz="2000" dirty="0"/>
              <a:t>no sketchy network or server to ask for old revisions from a year ago.</a:t>
            </a:r>
          </a:p>
        </p:txBody>
      </p:sp>
    </p:spTree>
    <p:extLst>
      <p:ext uri="{BB962C8B-B14F-4D97-AF65-F5344CB8AC3E}">
        <p14:creationId xmlns:p14="http://schemas.microsoft.com/office/powerpoint/2010/main" val="395492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DVCS handles changes very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Distributed version control systems were built around sharing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Every change has a </a:t>
            </a:r>
            <a:r>
              <a:rPr lang="en-US" sz="2000" dirty="0" err="1"/>
              <a:t>guid</a:t>
            </a:r>
            <a:r>
              <a:rPr lang="en-US" sz="2000" dirty="0"/>
              <a:t> which makes it easy to track.</a:t>
            </a:r>
          </a:p>
        </p:txBody>
      </p:sp>
    </p:spTree>
    <p:extLst>
      <p:ext uri="{BB962C8B-B14F-4D97-AF65-F5344CB8AC3E}">
        <p14:creationId xmlns:p14="http://schemas.microsoft.com/office/powerpoint/2010/main" val="180459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DVCS, there is less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DVCS systems are easy to get running since there is no “always-running” server software to install.</a:t>
            </a:r>
          </a:p>
        </p:txBody>
      </p:sp>
    </p:spTree>
    <p:extLst>
      <p:ext uri="{BB962C8B-B14F-4D97-AF65-F5344CB8AC3E}">
        <p14:creationId xmlns:p14="http://schemas.microsoft.com/office/powerpoint/2010/main" val="211341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Popular </a:t>
            </a:r>
            <a:r>
              <a:rPr lang="en-US" sz="2400" dirty="0" smtClean="0"/>
              <a:t>Distributed </a:t>
            </a:r>
            <a:r>
              <a:rPr lang="en-US" sz="2400" dirty="0"/>
              <a:t>Version Control </a:t>
            </a:r>
            <a:r>
              <a:rPr lang="en-US" sz="2400" dirty="0" smtClean="0"/>
              <a:t>Systems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212</TotalTime>
  <Words>252</Words>
  <Application>Microsoft Office PowerPoint</Application>
  <PresentationFormat>Widescreen</PresentationFormat>
  <Paragraphs>27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Commit and Push are different in DVCS</vt:lpstr>
      <vt:lpstr>Everyone has their own local sandbox</vt:lpstr>
      <vt:lpstr>DVCS git works offline</vt:lpstr>
      <vt:lpstr>DVCS is fast</vt:lpstr>
      <vt:lpstr>DVCS handles changes very well</vt:lpstr>
      <vt:lpstr>With DVCS, there is less management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114</cp:revision>
  <dcterms:created xsi:type="dcterms:W3CDTF">2016-11-15T15:13:14Z</dcterms:created>
  <dcterms:modified xsi:type="dcterms:W3CDTF">2016-11-19T14:27:39Z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