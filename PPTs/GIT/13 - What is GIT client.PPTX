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72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2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What is a GIT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am a developer and already have my/others’ repo on GitHub/</a:t>
            </a:r>
            <a:r>
              <a:rPr lang="en-US" sz="2000" dirty="0" err="1"/>
              <a:t>BitBucket</a:t>
            </a:r>
            <a:r>
              <a:rPr lang="en-US" sz="2000" dirty="0"/>
              <a:t>/</a:t>
            </a:r>
            <a:r>
              <a:rPr lang="en-US" sz="2000" dirty="0" err="1"/>
              <a:t>GitLab</a:t>
            </a:r>
            <a:r>
              <a:rPr lang="en-US" sz="2000" dirty="0"/>
              <a:t>/</a:t>
            </a:r>
            <a:r>
              <a:rPr lang="en-US" sz="2000" dirty="0" err="1"/>
              <a:t>Assembla</a:t>
            </a:r>
            <a:r>
              <a:rPr lang="en-US" sz="2000" dirty="0"/>
              <a:t> servers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 I want to connect to any of the </a:t>
            </a:r>
            <a:r>
              <a:rPr lang="en-US" sz="2000" dirty="0" err="1"/>
              <a:t>Git</a:t>
            </a:r>
            <a:r>
              <a:rPr lang="en-US" sz="2000" dirty="0"/>
              <a:t> repo from my local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6737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install Tortoise GIT client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 smtClean="0"/>
              <a:t>Which software do I need to connect to any of the GIT repo hosted on any of the servers like either GitHub, </a:t>
            </a:r>
            <a:r>
              <a:rPr lang="en-US" sz="2000" dirty="0" err="1" smtClean="0"/>
              <a:t>BitBucket</a:t>
            </a:r>
            <a:r>
              <a:rPr lang="en-US" sz="2000" dirty="0" smtClean="0"/>
              <a:t> </a:t>
            </a:r>
            <a:r>
              <a:rPr lang="en-US" sz="2000" dirty="0" err="1" smtClean="0"/>
              <a:t>Assembla</a:t>
            </a:r>
            <a:r>
              <a:rPr lang="en-US" sz="2000" dirty="0" smtClean="0"/>
              <a:t>, </a:t>
            </a:r>
            <a:r>
              <a:rPr lang="en-US" sz="2000" dirty="0" err="1" smtClean="0"/>
              <a:t>GitLab</a:t>
            </a:r>
            <a:r>
              <a:rPr lang="en-US" sz="2000" dirty="0"/>
              <a:t> </a:t>
            </a:r>
            <a:r>
              <a:rPr lang="en-US" sz="2000" dirty="0" smtClean="0"/>
              <a:t>.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://www.helloworldseries.com/wp-content/uploads/2016/10/img_581209772d79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961" y="5119883"/>
            <a:ext cx="1789078" cy="67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 descr="Image result for github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9" y="3685433"/>
            <a:ext cx="2496488" cy="83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/>
          <p:cNvSpPr/>
          <p:nvPr/>
        </p:nvSpPr>
        <p:spPr>
          <a:xfrm>
            <a:off x="5112734" y="3094867"/>
            <a:ext cx="1830822" cy="46166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56955" y="6172812"/>
            <a:ext cx="1744388" cy="46166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Clients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" name="Picture 8" descr="http://www.helloworldseries.com/wp-content/uploads/2016/10/img_581208f24b77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6" y="4998825"/>
            <a:ext cx="1609413" cy="101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83" y="5134320"/>
            <a:ext cx="1271344" cy="74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http://www.helloworldseries.com/wp-content/uploads/2016/10/img_5812933cd9cb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079" y="5119883"/>
            <a:ext cx="1299826" cy="72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96" y="3747598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75" y="3703274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168" y="3773304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02921" y="3658000"/>
            <a:ext cx="9166600" cy="91511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802921" y="5040574"/>
            <a:ext cx="9166600" cy="97317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6289374" y="4614868"/>
            <a:ext cx="8626" cy="3823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0" grpId="0" animBg="1"/>
      <p:bldP spid="6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Git</a:t>
            </a:r>
            <a:r>
              <a:rPr lang="en-US" sz="2000" dirty="0"/>
              <a:t> Client is a software used to connect to </a:t>
            </a:r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smtClean="0"/>
              <a:t>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Git</a:t>
            </a:r>
            <a:r>
              <a:rPr lang="en-US" sz="2000" dirty="0"/>
              <a:t> server could be Github.com or </a:t>
            </a:r>
            <a:r>
              <a:rPr lang="en-US" sz="2000" dirty="0" err="1"/>
              <a:t>Bitbucket</a:t>
            </a:r>
            <a:r>
              <a:rPr lang="en-US" sz="2000" dirty="0"/>
              <a:t> or </a:t>
            </a:r>
            <a:r>
              <a:rPr lang="en-US" sz="2000" dirty="0" err="1"/>
              <a:t>Assembla</a:t>
            </a:r>
            <a:r>
              <a:rPr lang="en-US" sz="2000" dirty="0"/>
              <a:t> or </a:t>
            </a:r>
            <a:r>
              <a:rPr lang="en-US" sz="2000" dirty="0" err="1" smtClean="0"/>
              <a:t>GitLab</a:t>
            </a:r>
            <a:r>
              <a:rPr lang="en-US" sz="2000" smtClean="0"/>
              <a:t> or any </a:t>
            </a:r>
            <a:r>
              <a:rPr lang="en-US" sz="2000" dirty="0"/>
              <a:t>other </a:t>
            </a:r>
            <a:r>
              <a:rPr lang="en-US" sz="2000" dirty="0" err="1"/>
              <a:t>Git</a:t>
            </a:r>
            <a:r>
              <a:rPr lang="en-US" sz="2000" dirty="0"/>
              <a:t> repository in your internal network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Git</a:t>
            </a:r>
            <a:r>
              <a:rPr lang="en-US" sz="2000" dirty="0"/>
              <a:t> client can </a:t>
            </a:r>
            <a:r>
              <a:rPr lang="en-US" sz="2000" dirty="0" smtClean="0"/>
              <a:t>also be </a:t>
            </a:r>
            <a:r>
              <a:rPr lang="en-US" sz="2000" dirty="0"/>
              <a:t>of multiple types like command based client, GUI based client and Eclipse Plugin based client. Let’s see each type of clients one by one.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Client – Command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2050" name="Picture 2" descr="http://www.helloworldseries.com/wp-content/uploads/2016/10/img_581208f24b77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543" y="3110995"/>
            <a:ext cx="299085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43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Client – GUI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3074" name="Picture 2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227" y="2875005"/>
            <a:ext cx="436245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97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Client – GUI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4098" name="Picture 2" descr="http://www.helloworldseries.com/wp-content/uploads/2016/10/img_5812933cd9cb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842" y="3220919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80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Client – GUI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5122" name="Picture 2" descr="http://www.helloworldseries.com/wp-content/uploads/2016/10/img_581293f960ad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374" y="3131708"/>
            <a:ext cx="15240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37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Client – GUI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6146" name="Picture 2" descr="http://www.helloworldseries.com/wp-content/uploads/2016/10/img_581209772d79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079" y="3264672"/>
            <a:ext cx="517207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71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coming up tutorials, we will see each type of </a:t>
            </a:r>
            <a:r>
              <a:rPr lang="en-US" sz="2000" dirty="0" err="1"/>
              <a:t>Git</a:t>
            </a:r>
            <a:r>
              <a:rPr lang="en-US" sz="2000" dirty="0"/>
              <a:t> clients in details </a:t>
            </a:r>
            <a:r>
              <a:rPr lang="en-US" sz="2000" dirty="0" err="1"/>
              <a:t>aling</a:t>
            </a:r>
            <a:r>
              <a:rPr lang="en-US" sz="2000" dirty="0"/>
              <a:t> with their installation, connecting to </a:t>
            </a:r>
            <a:r>
              <a:rPr lang="en-US" sz="2000" dirty="0" err="1"/>
              <a:t>Git</a:t>
            </a:r>
            <a:r>
              <a:rPr lang="en-US" sz="2000" dirty="0"/>
              <a:t> repository and performing necessary operations like </a:t>
            </a:r>
            <a:r>
              <a:rPr lang="en-US" sz="2000" dirty="0" err="1"/>
              <a:t>checkin</a:t>
            </a:r>
            <a:r>
              <a:rPr lang="en-US" sz="2000" dirty="0"/>
              <a:t>, checkout, delete, check history etc.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8249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err="1"/>
              <a:t>Git</a:t>
            </a:r>
            <a:r>
              <a:rPr lang="en-US" sz="2400"/>
              <a:t> Bash Client and GIT GUI client installation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272</TotalTime>
  <Words>253</Words>
  <Application>Microsoft Office PowerPoint</Application>
  <PresentationFormat>Widescreen</PresentationFormat>
  <Paragraphs>27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What is GIT Client</vt:lpstr>
      <vt:lpstr>GIT Client – Command based</vt:lpstr>
      <vt:lpstr>GIT Client – GUI based</vt:lpstr>
      <vt:lpstr>GIT Client – GUI based</vt:lpstr>
      <vt:lpstr>GIT Client – GUI based</vt:lpstr>
      <vt:lpstr>GIT Client – GUI based</vt:lpstr>
      <vt:lpstr>What’s next…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147</cp:revision>
  <dcterms:created xsi:type="dcterms:W3CDTF">2016-11-15T15:13:14Z</dcterms:created>
  <dcterms:modified xsi:type="dcterms:W3CDTF">2016-11-23T01:48:21Z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