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4"/>
  </p:notesMasterIdLst>
  <p:sldIdLst>
    <p:sldId id="256" r:id="rId3"/>
    <p:sldId id="27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1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10" autoAdjust="0"/>
  </p:normalViewPr>
  <p:slideViewPr>
    <p:cSldViewPr snapToGrid="0">
      <p:cViewPr varScale="1">
        <p:scale>
          <a:sx n="84" d="100"/>
          <a:sy n="84" d="100"/>
        </p:scale>
        <p:origin x="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6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connect to GIT using Eclipse with inbuilt plugin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am a Java developer use Eclipse heavily for day-to-day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don’t want to install any of the Eclipse plugins for </a:t>
            </a:r>
            <a:r>
              <a:rPr lang="en-US" sz="2000" dirty="0" err="1" smtClean="0"/>
              <a:t>Git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907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to install </a:t>
            </a:r>
            <a:r>
              <a:rPr lang="en-US" sz="2000" dirty="0" err="1" smtClean="0"/>
              <a:t>Egit</a:t>
            </a:r>
            <a:r>
              <a:rPr lang="en-US" sz="2000" dirty="0" smtClean="0"/>
              <a:t> plugin for Eclipse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We don’t need to install any plugin in Eclipse, after Eclipse Indigo (2011) version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 49"/>
          <p:cNvSpPr/>
          <p:nvPr/>
        </p:nvSpPr>
        <p:spPr>
          <a:xfrm>
            <a:off x="5049856" y="6106306"/>
            <a:ext cx="1858521" cy="46166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Clients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026" name="Picture 2" descr="http://www.eclipse.org/indigo/images/indigologo_al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5021081"/>
            <a:ext cx="1612485" cy="74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encrypted-tbn1.gstatic.com/images?q=tbn:ANd9GcRoR2kVFcNwVZo4-JsiT2O_llLUCSR_PCRDCSqwM3RYeOtaNXycaSdp0N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586" y="4986994"/>
            <a:ext cx="1673192" cy="76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eclipse kepler ic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174" y="4963025"/>
            <a:ext cx="1371771" cy="77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helloworldseries.com/wp-content/uploads/2016/11/img_5829e76760f90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602" y="4902169"/>
            <a:ext cx="2056332" cy="86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eclipse mars icon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3701" y="4963025"/>
            <a:ext cx="1532216" cy="863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://ww1.prweb.com/prfiles/2016/06/21/13500785/gI_85126_Avatar%201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628" y="4963025"/>
            <a:ext cx="1063596" cy="89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Image result for github logo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529" y="3332615"/>
            <a:ext cx="2496488" cy="83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5112734" y="2742049"/>
            <a:ext cx="1830822" cy="46166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Servers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24" name="Picture 2" descr="http://www.helloworldseries.com/wp-content/uploads/2016/10/img_5810f404296d5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96" y="3394780"/>
            <a:ext cx="1537473" cy="60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http://www.helloworldseries.com/wp-content/uploads/2016/10/img_5810f43ed1bcd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375" y="3350456"/>
            <a:ext cx="2075506" cy="60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http://www.helloworldseries.com/wp-content/uploads/2016/10/img_5810f42b97f18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168" y="3420486"/>
            <a:ext cx="1631177" cy="60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1802921" y="3287930"/>
            <a:ext cx="9166600" cy="91511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289374" y="4347562"/>
            <a:ext cx="8626" cy="38231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11832" y="4831458"/>
            <a:ext cx="11097730" cy="111222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22" grpId="0" animBg="1"/>
      <p:bldP spid="29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smtClean="0"/>
              <a:t>any Eclipse – Indigo Onwards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2050" name="Picture 2" descr="http://www.eclipse.org/indigo/images/indigologo_al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592" y="3266249"/>
            <a:ext cx="2305050" cy="125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415757" y="4622399"/>
            <a:ext cx="51267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3.7 - 22 June 2011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smtClean="0"/>
              <a:t>any Eclipse – Juno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2836273" y="4622399"/>
            <a:ext cx="628569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3.8 &amp; 4.2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- 27 June 2012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3074" name="Picture 2" descr="https://encrypted-tbn1.gstatic.com/images?q=tbn:ANd9GcRoR2kVFcNwVZo4-JsiT2O_llLUCSR_PCRDCSqwM3RYeOtaNXycaSdp0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68" y="2341589"/>
            <a:ext cx="3750898" cy="204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02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smtClean="0"/>
              <a:t>any Eclipse – Kepler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415759" y="4622399"/>
            <a:ext cx="51267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4.3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- 26 June 2013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4098" name="Picture 2" descr="Image result for eclipse kepler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415" y="2273584"/>
            <a:ext cx="3144139" cy="210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56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smtClean="0"/>
              <a:t>any Eclipse – Luna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415759" y="4622399"/>
            <a:ext cx="51267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4.4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- 25 June 2014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5122" name="Picture 2" descr="http://www.helloworldseries.com/wp-content/uploads/2016/11/img_5829e76760f9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078" y="2629261"/>
            <a:ext cx="3383153" cy="1678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26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smtClean="0"/>
              <a:t>any Eclipse – 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415759" y="4622399"/>
            <a:ext cx="51267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4.5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24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June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2015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146" name="Picture 2" descr="Image result for eclipse mars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491" y="2133342"/>
            <a:ext cx="3253252" cy="217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95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smtClean="0"/>
              <a:t>any Eclipse – Neon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708307" y="4622399"/>
            <a:ext cx="45416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4.6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June 2016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7170" name="Picture 2" descr="http://ww1.prweb.com/prfiles/2016/06/21/13500785/gI_85126_Avatar%2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431" y="2039288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39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create a remote repo on GitHub </a:t>
            </a:r>
            <a:r>
              <a:rPr lang="en-US" sz="2400"/>
              <a:t>from </a:t>
            </a:r>
            <a:r>
              <a:rPr lang="en-US" sz="2400" smtClean="0"/>
              <a:t>command 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298</TotalTime>
  <Words>186</Words>
  <Application>Microsoft Office PowerPoint</Application>
  <PresentationFormat>Widescreen</PresentationFormat>
  <Paragraphs>29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Download any Eclipse – Indigo Onwards</vt:lpstr>
      <vt:lpstr>Download any Eclipse – Juno</vt:lpstr>
      <vt:lpstr>Download any Eclipse – Kepler</vt:lpstr>
      <vt:lpstr>Download any Eclipse – Luna</vt:lpstr>
      <vt:lpstr>Download any Eclipse – Mars</vt:lpstr>
      <vt:lpstr>Download any Eclipse – Neon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165</cp:revision>
  <dcterms:created xsi:type="dcterms:W3CDTF">2016-11-15T15:13:14Z</dcterms:created>
  <dcterms:modified xsi:type="dcterms:W3CDTF">2016-11-24T01:39:35Z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