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4"/>
  </p:notesMasterIdLst>
  <p:sldIdLst>
    <p:sldId id="256" r:id="rId3"/>
    <p:sldId id="299" r:id="rId4"/>
    <p:sldId id="262" r:id="rId5"/>
    <p:sldId id="264" r:id="rId6"/>
    <p:sldId id="293" r:id="rId7"/>
    <p:sldId id="294" r:id="rId8"/>
    <p:sldId id="298" r:id="rId9"/>
    <p:sldId id="297" r:id="rId10"/>
    <p:sldId id="296" r:id="rId11"/>
    <p:sldId id="295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299"/>
          </p14:sldIdLst>
        </p14:section>
        <p14:section name="Design, Impress, Work Together" id="{B9B51309-D148-4332-87C2-07BE32FBCA3B}">
          <p14:sldIdLst>
            <p14:sldId id="262"/>
            <p14:sldId id="264"/>
            <p14:sldId id="293"/>
            <p14:sldId id="294"/>
            <p14:sldId id="298"/>
            <p14:sldId id="297"/>
            <p14:sldId id="296"/>
            <p14:sldId id="295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What </a:t>
            </a:r>
            <a:r>
              <a:rPr lang="en-US" smtClean="0"/>
              <a:t>is 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 am a </a:t>
            </a:r>
            <a:r>
              <a:rPr lang="en-US" sz="2000" dirty="0"/>
              <a:t>developer and </a:t>
            </a:r>
            <a:r>
              <a:rPr lang="en-US" sz="2000" dirty="0" smtClean="0"/>
              <a:t>interested in Storing my codebase @ some </a:t>
            </a:r>
            <a:r>
              <a:rPr lang="en-US" sz="2000" dirty="0" smtClean="0"/>
              <a:t>place on </a:t>
            </a:r>
            <a:r>
              <a:rPr lang="en-US" sz="2000" dirty="0" smtClean="0"/>
              <a:t>network (internet or internal network)</a:t>
            </a:r>
            <a:r>
              <a:rPr lang="en-US" sz="2000" dirty="0" smtClean="0"/>
              <a:t>, </a:t>
            </a:r>
            <a:r>
              <a:rPr lang="en-US" sz="2000" dirty="0" smtClean="0"/>
              <a:t>which can be shared with other developers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07651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What is GIT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understand, What is GitHub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GitHub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028" name="Picture 4" descr="Image result for github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5739" y="3061960"/>
            <a:ext cx="6911975" cy="229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737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GitHub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GitHub is </a:t>
            </a:r>
            <a:r>
              <a:rPr lang="en-US" sz="2000" dirty="0" smtClean="0"/>
              <a:t>one of the web-based server/repository </a:t>
            </a:r>
            <a:r>
              <a:rPr lang="en-US" sz="2000" b="1" i="1" u="sng" dirty="0" err="1" smtClean="0"/>
              <a:t>Git</a:t>
            </a:r>
            <a:r>
              <a:rPr lang="en-US" sz="2000" dirty="0" smtClean="0"/>
              <a:t> </a:t>
            </a:r>
            <a:r>
              <a:rPr lang="en-US" sz="2000" dirty="0"/>
              <a:t>repositories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In other words, you can keep your </a:t>
            </a:r>
            <a:r>
              <a:rPr lang="en-US" sz="2000" dirty="0" err="1" smtClean="0"/>
              <a:t>Git</a:t>
            </a:r>
            <a:r>
              <a:rPr lang="en-US" sz="2000" dirty="0" smtClean="0"/>
              <a:t> repo code </a:t>
            </a:r>
            <a:r>
              <a:rPr lang="en-US" sz="2000" dirty="0"/>
              <a:t>on </a:t>
            </a:r>
            <a:r>
              <a:rPr lang="en-US" sz="2000" dirty="0">
                <a:hlinkClick r:id="rId2"/>
              </a:rPr>
              <a:t>https://</a:t>
            </a:r>
            <a:r>
              <a:rPr lang="en-US" sz="2000" dirty="0" smtClean="0">
                <a:hlinkClick r:id="rId2"/>
              </a:rPr>
              <a:t>github.com</a:t>
            </a: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Projects hosted - 47+ million</a:t>
            </a:r>
          </a:p>
          <a:p>
            <a:endParaRPr lang="en-US" sz="2000" dirty="0"/>
          </a:p>
        </p:txBody>
      </p:sp>
      <p:pic>
        <p:nvPicPr>
          <p:cNvPr id="1028" name="Picture 4" descr="Image result for github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0648" y="2075611"/>
            <a:ext cx="1851195" cy="615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6544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GitHub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GitHub is managed by a company called GitHub</a:t>
            </a:r>
            <a:r>
              <a:rPr lang="en-US" sz="2000" dirty="0"/>
              <a:t>, Inc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GitHub, Inc</a:t>
            </a:r>
            <a:r>
              <a:rPr lang="en-US" sz="2000" dirty="0" smtClean="0"/>
              <a:t>. Headquarters - </a:t>
            </a:r>
            <a:r>
              <a:rPr lang="en-US" sz="2000" dirty="0"/>
              <a:t>San </a:t>
            </a:r>
            <a:r>
              <a:rPr lang="en-US" sz="2000" dirty="0" smtClean="0"/>
              <a:t>Francisco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Employees </a:t>
            </a:r>
            <a:r>
              <a:rPr lang="en-US" sz="2000" dirty="0" smtClean="0"/>
              <a:t>worldwide – 598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028" name="Picture 4" descr="Image result for github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0648" y="2075611"/>
            <a:ext cx="1851195" cy="615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429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GitHub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First commit in </a:t>
            </a:r>
            <a:r>
              <a:rPr lang="en-US" sz="2000" dirty="0" err="1" smtClean="0"/>
              <a:t>Git</a:t>
            </a:r>
            <a:r>
              <a:rPr lang="en-US" sz="2000" dirty="0" smtClean="0"/>
              <a:t> was in Oct 2007.</a:t>
            </a:r>
            <a:endParaRPr lang="en-US" sz="2000" dirty="0"/>
          </a:p>
        </p:txBody>
      </p:sp>
      <p:pic>
        <p:nvPicPr>
          <p:cNvPr id="1028" name="Picture 4" descr="Image result for github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0648" y="2075611"/>
            <a:ext cx="1851195" cy="615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5648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GitHub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community </a:t>
            </a:r>
            <a:r>
              <a:rPr lang="en-US" sz="2000" dirty="0"/>
              <a:t>where more than 18 million people learn, share, and work together to build software.</a:t>
            </a:r>
          </a:p>
        </p:txBody>
      </p:sp>
      <p:pic>
        <p:nvPicPr>
          <p:cNvPr id="1028" name="Picture 4" descr="Image result for github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1837" y="2503979"/>
            <a:ext cx="1851195" cy="615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0090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GitHub free or paid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Paid and free both.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GitHub provides two types of plans: </a:t>
            </a:r>
            <a:endParaRPr lang="en-US" sz="2000" dirty="0" smtClean="0"/>
          </a:p>
          <a:p>
            <a:pPr marL="1028700" lvl="1" indent="-342900"/>
            <a:r>
              <a:rPr lang="en-US" sz="1800" dirty="0" smtClean="0"/>
              <a:t>Free </a:t>
            </a:r>
            <a:r>
              <a:rPr lang="en-US" sz="1800" dirty="0"/>
              <a:t>plans for </a:t>
            </a:r>
            <a:r>
              <a:rPr lang="en-US" sz="1800" dirty="0" smtClean="0"/>
              <a:t>public &amp; open-source </a:t>
            </a:r>
            <a:r>
              <a:rPr lang="en-US" sz="1800" dirty="0"/>
              <a:t>projects and </a:t>
            </a:r>
            <a:endParaRPr lang="en-US" sz="1800" dirty="0" smtClean="0"/>
          </a:p>
          <a:p>
            <a:pPr marL="1028700" lvl="1" indent="-342900"/>
            <a:r>
              <a:rPr lang="en-US" sz="1800" dirty="0"/>
              <a:t>P</a:t>
            </a:r>
            <a:r>
              <a:rPr lang="en-US" sz="1800" dirty="0" smtClean="0"/>
              <a:t>aid </a:t>
            </a:r>
            <a:r>
              <a:rPr lang="en-US" sz="1800"/>
              <a:t>plans </a:t>
            </a:r>
            <a:r>
              <a:rPr lang="en-US" sz="1800" smtClean="0"/>
              <a:t>offer </a:t>
            </a:r>
            <a:r>
              <a:rPr lang="en-US" sz="1800" dirty="0"/>
              <a:t>unlimited private repositories.</a:t>
            </a:r>
          </a:p>
        </p:txBody>
      </p:sp>
      <p:pic>
        <p:nvPicPr>
          <p:cNvPr id="1028" name="Picture 4" descr="Image result for github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0648" y="2075611"/>
            <a:ext cx="1851195" cy="615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4911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smtClean="0"/>
              <a:t>Who provides </a:t>
            </a:r>
            <a:r>
              <a:rPr lang="en-US" sz="2400" dirty="0" smtClean="0"/>
              <a:t>free </a:t>
            </a:r>
            <a:r>
              <a:rPr lang="en-US" sz="2400" smtClean="0"/>
              <a:t>GIT hosting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237</TotalTime>
  <Words>215</Words>
  <Application>Microsoft Office PowerPoint</Application>
  <PresentationFormat>Widescreen</PresentationFormat>
  <Paragraphs>31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Segoe UI</vt:lpstr>
      <vt:lpstr>Segoe UI Light</vt:lpstr>
      <vt:lpstr>WelcomeDoc</vt:lpstr>
      <vt:lpstr>Welcome to Hello World Series</vt:lpstr>
      <vt:lpstr>Problem statement</vt:lpstr>
      <vt:lpstr>In last tutorial...</vt:lpstr>
      <vt:lpstr>In this tutorial...</vt:lpstr>
      <vt:lpstr>What is GitHub</vt:lpstr>
      <vt:lpstr>What is GitHub</vt:lpstr>
      <vt:lpstr>What is GitHub</vt:lpstr>
      <vt:lpstr>What is GitHub</vt:lpstr>
      <vt:lpstr>What is GitHub</vt:lpstr>
      <vt:lpstr>Is GitHub free or paid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129</cp:revision>
  <dcterms:created xsi:type="dcterms:W3CDTF">2016-11-15T15:13:14Z</dcterms:created>
  <dcterms:modified xsi:type="dcterms:W3CDTF">2016-11-23T01:25:21Z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