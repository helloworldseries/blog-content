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check history of a file in </a:t>
            </a:r>
            <a:r>
              <a:rPr lang="en-US" dirty="0" err="1"/>
              <a:t>git</a:t>
            </a:r>
            <a:r>
              <a:rPr lang="en-US" dirty="0"/>
              <a:t> using </a:t>
            </a:r>
            <a:r>
              <a:rPr lang="en-US" dirty="0" err="1" smtClean="0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smtClean="0"/>
              <a:t>Eclipse</a:t>
            </a:r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err="1" smtClean="0"/>
              <a:t>Webstorm</a:t>
            </a:r>
            <a:endParaRPr lang="en-US" sz="2000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Webstorm</a:t>
            </a:r>
            <a:r>
              <a:rPr lang="en-US" sz="2000" dirty="0" smtClean="0"/>
              <a:t> is </a:t>
            </a:r>
            <a:r>
              <a:rPr lang="en-US" sz="2000" dirty="0"/>
              <a:t>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checking a </a:t>
            </a:r>
            <a:r>
              <a:rPr lang="en-US" smtClean="0"/>
              <a:t>file 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Webstorm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Check History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/>
              <a:t>How to change commit author at one specific commit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423</TotalTime>
  <Words>131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checking a file history</vt:lpstr>
      <vt:lpstr>Check history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313</cp:revision>
  <dcterms:created xsi:type="dcterms:W3CDTF">2016-11-15T15:13:14Z</dcterms:created>
  <dcterms:modified xsi:type="dcterms:W3CDTF">2016-11-22T00:50:18Z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