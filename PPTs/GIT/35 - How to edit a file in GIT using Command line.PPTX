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edit a file in </a:t>
            </a:r>
            <a:r>
              <a:rPr lang="en-US" dirty="0" err="1"/>
              <a:t>git</a:t>
            </a:r>
            <a:r>
              <a:rPr lang="en-US" dirty="0"/>
              <a:t> using Command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clone a </a:t>
            </a:r>
            <a:r>
              <a:rPr lang="en-US" sz="2000" dirty="0" err="1"/>
              <a:t>Git</a:t>
            </a:r>
            <a:r>
              <a:rPr lang="en-US" sz="2000" dirty="0"/>
              <a:t> repo using Eclipse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edit a file </a:t>
            </a:r>
            <a:r>
              <a:rPr lang="en-US" sz="2000" smtClean="0"/>
              <a:t>of GitHub using </a:t>
            </a:r>
            <a:r>
              <a:rPr lang="en-US" sz="2000" dirty="0"/>
              <a:t>Command line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one of these eclipses (Indigo/Juno/Kepler/Luna/Mars/Neon)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</a:t>
            </a:r>
            <a:r>
              <a:rPr lang="en-US" sz="2000" dirty="0" smtClean="0"/>
              <a:t>with at least one file and </a:t>
            </a:r>
            <a:r>
              <a:rPr lang="en-US" sz="2000" dirty="0" smtClean="0"/>
              <a:t>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</a:t>
            </a:r>
            <a:r>
              <a:rPr lang="en-US" dirty="0" smtClean="0"/>
              <a:t>editing a file in GitHub repo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Edit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25450" y="3929320"/>
            <a:ext cx="37696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  <a:endParaRPr lang="en-US" sz="9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file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 file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a </a:t>
            </a:r>
            <a:r>
              <a:rPr lang="en-US" dirty="0" smtClean="0"/>
              <a:t>file in </a:t>
            </a:r>
            <a:r>
              <a:rPr lang="en-US" dirty="0" smtClean="0"/>
              <a:t>GitHub </a:t>
            </a:r>
            <a:r>
              <a:rPr lang="en-US" dirty="0" smtClean="0"/>
              <a:t>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</a:t>
            </a:r>
            <a:r>
              <a:rPr lang="en-US" dirty="0" smtClean="0"/>
              <a:t>file in </a:t>
            </a:r>
            <a:r>
              <a:rPr lang="en-US" dirty="0" smtClean="0"/>
              <a:t>local GIT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</a:t>
            </a:r>
            <a:r>
              <a:rPr lang="en-US" dirty="0" smtClean="0"/>
              <a:t>file in </a:t>
            </a:r>
            <a:r>
              <a:rPr lang="en-US" dirty="0" smtClean="0"/>
              <a:t>GitHub repo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edit a file in </a:t>
            </a:r>
            <a:r>
              <a:rPr lang="en-US" sz="2400" dirty="0" err="1"/>
              <a:t>git</a:t>
            </a:r>
            <a:r>
              <a:rPr lang="en-US" sz="2400" dirty="0"/>
              <a:t> using </a:t>
            </a:r>
            <a:r>
              <a:rPr lang="en-US" sz="2400" dirty="0" smtClean="0"/>
              <a:t>Tortoise 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400</TotalTime>
  <Words>153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editing a file in GitHub repo</vt:lpstr>
      <vt:lpstr>Edit a file in GitHub repo</vt:lpstr>
      <vt:lpstr>Commit file in local GIT</vt:lpstr>
      <vt:lpstr>Push file in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262</cp:revision>
  <dcterms:created xsi:type="dcterms:W3CDTF">2016-11-15T15:13:14Z</dcterms:created>
  <dcterms:modified xsi:type="dcterms:W3CDTF">2016-11-20T13:12:14Z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