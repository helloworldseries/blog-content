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2"/>
  </p:sldMasterIdLst>
  <p:notesMasterIdLst>
    <p:notesMasterId r:id="rId17"/>
  </p:notesMasterIdLst>
  <p:sldIdLst>
    <p:sldId id="256" r:id="rId3"/>
    <p:sldId id="262" r:id="rId4"/>
    <p:sldId id="264" r:id="rId5"/>
    <p:sldId id="265" r:id="rId6"/>
    <p:sldId id="266" r:id="rId7"/>
    <p:sldId id="267" r:id="rId8"/>
    <p:sldId id="268" r:id="rId9"/>
    <p:sldId id="269" r:id="rId10"/>
    <p:sldId id="270" r:id="rId11"/>
    <p:sldId id="272" r:id="rId12"/>
    <p:sldId id="273" r:id="rId13"/>
    <p:sldId id="274" r:id="rId14"/>
    <p:sldId id="275" r:id="rId15"/>
    <p:sldId id="263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Welcome" id="{E75E278A-FF0E-49A4-B170-79828D63BBAD}">
          <p14:sldIdLst>
            <p14:sldId id="256"/>
          </p14:sldIdLst>
        </p14:section>
        <p14:section name="Design, Impress, Work Together" id="{B9B51309-D148-4332-87C2-07BE32FBCA3B}">
          <p14:sldIdLst>
            <p14:sldId id="262"/>
            <p14:sldId id="264"/>
            <p14:sldId id="265"/>
            <p14:sldId id="266"/>
            <p14:sldId id="267"/>
            <p14:sldId id="268"/>
            <p14:sldId id="269"/>
            <p14:sldId id="270"/>
            <p14:sldId id="272"/>
            <p14:sldId id="273"/>
            <p14:sldId id="274"/>
            <p14:sldId id="275"/>
          </p14:sldIdLst>
        </p14:section>
        <p14:section name="Learn More" id="{2CC34DB2-6590-42C0-AD4B-A04C6060184E}">
          <p14:sldIdLst>
            <p14:sldId id="26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6742A"/>
    <a:srgbClr val="D2B4A6"/>
    <a:srgbClr val="734F29"/>
    <a:srgbClr val="D24726"/>
    <a:srgbClr val="DD462F"/>
    <a:srgbClr val="AEB785"/>
    <a:srgbClr val="EFD5A2"/>
    <a:srgbClr val="3B3026"/>
    <a:srgbClr val="ECE1CA"/>
    <a:srgbClr val="7955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280" autoAdjust="0"/>
  </p:normalViewPr>
  <p:slideViewPr>
    <p:cSldViewPr snapToGrid="0">
      <p:cViewPr varScale="1">
        <p:scale>
          <a:sx n="89" d="100"/>
          <a:sy n="89" d="100"/>
        </p:scale>
        <p:origin x="466" y="7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commentAuthors" Target="commentAuthors.xml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1.xml"/><Relationship Id="rId16" Type="http://schemas.openxmlformats.org/officeDocument/2006/relationships/slide" Target="slides/slide14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13577B-6902-467D-A26C-08A0DD5E4E03}" type="datetimeFigureOut">
              <a:rPr lang="en-US" smtClean="0"/>
              <a:t>11/19/2016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61EA0F-A667-4B49-8422-0062BC55E2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910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769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In </a:t>
            </a:r>
            <a:r>
              <a:rPr lang="en-US" baseline="0" dirty="0" smtClean="0"/>
              <a:t>Slide Show mode, click the arrow to enter the PowerPoint Getting Started Center.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11961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4866468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2061006"/>
            <a:ext cx="10515600" cy="2387600"/>
          </a:xfrm>
        </p:spPr>
        <p:txBody>
          <a:bodyPr anchor="b">
            <a:normAutofit/>
          </a:bodyPr>
          <a:lstStyle>
            <a:lvl1pPr algn="l"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8202" y="5110609"/>
            <a:ext cx="6705599" cy="1137793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spcBef>
                <a:spcPts val="600"/>
              </a:spcBef>
              <a:buNone/>
              <a:defRPr sz="2800">
                <a:solidFill>
                  <a:srgbClr val="D24726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11/19/2016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12192000" cy="4866468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718549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4434" y="0"/>
            <a:ext cx="10749367" cy="1208868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1" y="1825625"/>
            <a:ext cx="4167753" cy="435133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spcAft>
                <a:spcPts val="1200"/>
              </a:spcAft>
              <a:buNone/>
              <a:defRPr sz="1600">
                <a:solidFill>
                  <a:schemeClr val="bg1">
                    <a:lumMod val="50000"/>
                  </a:schemeClr>
                </a:solidFill>
              </a:defRPr>
            </a:lvl1pPr>
            <a:lvl2pPr>
              <a:lnSpc>
                <a:spcPct val="150000"/>
              </a:lnSpc>
              <a:spcAft>
                <a:spcPts val="1200"/>
              </a:spcAft>
              <a:defRPr sz="1400">
                <a:solidFill>
                  <a:schemeClr val="bg1">
                    <a:lumMod val="50000"/>
                  </a:schemeClr>
                </a:solidFill>
              </a:defRPr>
            </a:lvl2pPr>
            <a:lvl3pPr>
              <a:lnSpc>
                <a:spcPct val="150000"/>
              </a:lnSpc>
              <a:spcAft>
                <a:spcPts val="1200"/>
              </a:spcAft>
              <a:defRPr sz="1200">
                <a:solidFill>
                  <a:schemeClr val="bg1">
                    <a:lumMod val="50000"/>
                  </a:schemeClr>
                </a:solidFill>
              </a:defRPr>
            </a:lvl3pPr>
            <a:lvl4pPr>
              <a:lnSpc>
                <a:spcPct val="150000"/>
              </a:lnSpc>
              <a:spcAft>
                <a:spcPts val="1200"/>
              </a:spcAft>
              <a:defRPr sz="1100">
                <a:solidFill>
                  <a:schemeClr val="bg1">
                    <a:lumMod val="50000"/>
                  </a:schemeClr>
                </a:solidFill>
              </a:defRPr>
            </a:lvl4pPr>
            <a:lvl5pPr>
              <a:lnSpc>
                <a:spcPct val="150000"/>
              </a:lnSpc>
              <a:spcAft>
                <a:spcPts val="1200"/>
              </a:spcAft>
              <a:defRPr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11/19/2016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2185836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5656882" y="1709738"/>
            <a:ext cx="6535119" cy="357518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1" y="2402238"/>
            <a:ext cx="4508715" cy="2187227"/>
          </a:xfrm>
        </p:spPr>
        <p:txBody>
          <a:bodyPr anchor="ctr">
            <a:noAutofit/>
          </a:bodyPr>
          <a:lstStyle>
            <a:lvl1pPr algn="l">
              <a:defRPr sz="4800">
                <a:solidFill>
                  <a:srgbClr val="D24726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3308" y="2402237"/>
            <a:ext cx="5269424" cy="2187226"/>
          </a:xfrm>
        </p:spPr>
        <p:txBody>
          <a:bodyPr anchor="ctr">
            <a:normAutofit/>
          </a:bodyPr>
          <a:lstStyle>
            <a:lvl1pPr marL="0" indent="0">
              <a:lnSpc>
                <a:spcPct val="150000"/>
              </a:lnSpc>
              <a:buNone/>
              <a:defRPr sz="280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11/19/2016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5656882" y="1709738"/>
            <a:ext cx="6535119" cy="357518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335655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"/>
            <a:ext cx="10744200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11/19/2016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3282238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0"/>
            <a:ext cx="10737851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1489075"/>
            <a:ext cx="5156200" cy="6413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1851" y="2193927"/>
            <a:ext cx="5156200" cy="3978275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9664" y="1489075"/>
            <a:ext cx="5157787" cy="6413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9664" y="2193927"/>
            <a:ext cx="5157787" cy="3978275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11/19/2016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angle 10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6060298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"/>
            <a:ext cx="10744200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11/19/2016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008144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11/19/2016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74320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101850"/>
            <a:ext cx="3932237" cy="37592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11/19/2016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1938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101850"/>
            <a:ext cx="3932237" cy="37592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11/19/2016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10953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"/>
            <a:ext cx="10744200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11/19/2016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5969213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0095346" y="0"/>
            <a:ext cx="2096655" cy="6858000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215419" y="365125"/>
            <a:ext cx="1819564" cy="5811838"/>
          </a:xfrm>
        </p:spPr>
        <p:txBody>
          <a:bodyPr vert="eaVert"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11/19/2016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10095346" y="0"/>
            <a:ext cx="2096655" cy="6858000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3022666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EEBAAA-29B5-4AF5-BC5F-7E580C29002D}" type="datetimeFigureOut">
              <a:rPr lang="en-US" smtClean="0"/>
              <a:t>11/19/2016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77200" y="63563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754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Welcome to Hello World Series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8202" y="5110609"/>
            <a:ext cx="8719866" cy="1137793"/>
          </a:xfrm>
        </p:spPr>
        <p:txBody>
          <a:bodyPr>
            <a:normAutofit/>
          </a:bodyPr>
          <a:lstStyle/>
          <a:p>
            <a:r>
              <a:rPr lang="en-US" dirty="0" smtClean="0"/>
              <a:t>Introduction </a:t>
            </a:r>
            <a:r>
              <a:rPr lang="en-US" dirty="0"/>
              <a:t>to Centralized Version Control</a:t>
            </a:r>
          </a:p>
        </p:txBody>
      </p:sp>
    </p:spTree>
    <p:extLst>
      <p:ext uri="{BB962C8B-B14F-4D97-AF65-F5344CB8AC3E}">
        <p14:creationId xmlns:p14="http://schemas.microsoft.com/office/powerpoint/2010/main" val="24718077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 last tutorial...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r>
              <a:rPr lang="en-US" sz="2000" dirty="0" smtClean="0"/>
              <a:t>We discussed about managing file changes using database, but that also didn’t work out.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2090733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 this tutorial...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r>
              <a:rPr lang="en-US" sz="2000" dirty="0" smtClean="0"/>
              <a:t>We will see, what is “Centralized Version Control.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11124716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to Centralized Version Control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r>
              <a:rPr lang="en-US" sz="2000" dirty="0"/>
              <a:t>To solve collaboration problem among developers, </a:t>
            </a:r>
            <a:r>
              <a:rPr lang="en-US" sz="2000" b="1" u="sng" dirty="0"/>
              <a:t>C</a:t>
            </a:r>
            <a:r>
              <a:rPr lang="en-US" sz="2000" dirty="0"/>
              <a:t>entralized </a:t>
            </a:r>
            <a:r>
              <a:rPr lang="en-US" sz="2000" b="1" u="sng" dirty="0"/>
              <a:t>V</a:t>
            </a:r>
            <a:r>
              <a:rPr lang="en-US" sz="2000" dirty="0"/>
              <a:t>ersion </a:t>
            </a:r>
            <a:r>
              <a:rPr lang="en-US" sz="2000" b="1" u="sng" dirty="0"/>
              <a:t>C</a:t>
            </a:r>
            <a:r>
              <a:rPr lang="en-US" sz="2000" dirty="0"/>
              <a:t>ontrol </a:t>
            </a:r>
            <a:r>
              <a:rPr lang="en-US" sz="2000" b="1" u="sng" dirty="0"/>
              <a:t>S</a:t>
            </a:r>
            <a:r>
              <a:rPr lang="en-US" sz="2000" dirty="0"/>
              <a:t>ystems were developed.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40534268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Frequently </a:t>
            </a:r>
            <a:r>
              <a:rPr lang="en-US" dirty="0"/>
              <a:t>used  Centralized Version Control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r>
              <a:rPr lang="en-US" sz="2000" dirty="0"/>
              <a:t>To solve collaboration problem among developers, </a:t>
            </a:r>
            <a:r>
              <a:rPr lang="en-US" sz="2000" b="1" u="sng" dirty="0"/>
              <a:t>C</a:t>
            </a:r>
            <a:r>
              <a:rPr lang="en-US" sz="2000" dirty="0"/>
              <a:t>entralized </a:t>
            </a:r>
            <a:r>
              <a:rPr lang="en-US" sz="2000" b="1" u="sng" dirty="0"/>
              <a:t>V</a:t>
            </a:r>
            <a:r>
              <a:rPr lang="en-US" sz="2000" dirty="0"/>
              <a:t>ersion </a:t>
            </a:r>
            <a:r>
              <a:rPr lang="en-US" sz="2000" b="1" u="sng" dirty="0"/>
              <a:t>C</a:t>
            </a:r>
            <a:r>
              <a:rPr lang="en-US" sz="2000" dirty="0"/>
              <a:t>ontrol </a:t>
            </a:r>
            <a:r>
              <a:rPr lang="en-US" sz="2000" b="1" u="sng" dirty="0"/>
              <a:t>S</a:t>
            </a:r>
            <a:r>
              <a:rPr lang="en-US" sz="2000" dirty="0"/>
              <a:t>ystems were developed.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14627454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Frequently </a:t>
            </a:r>
            <a:r>
              <a:rPr lang="en-US" dirty="0"/>
              <a:t>used  Centralized Version Control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endParaRPr lang="en-US" sz="2000" b="1" dirty="0"/>
          </a:p>
        </p:txBody>
      </p:sp>
      <p:pic>
        <p:nvPicPr>
          <p:cNvPr id="1026" name="Picture 2" descr="http://www.helloworldseries.com/wp-content/uploads/2016/11/img_582974d565bb3.jpe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77076" y="3140016"/>
            <a:ext cx="3877724" cy="21489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81162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Frequently </a:t>
            </a:r>
            <a:r>
              <a:rPr lang="en-US" dirty="0"/>
              <a:t>used  Centralized Version Control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endParaRPr lang="en-US" sz="2000" b="1" dirty="0"/>
          </a:p>
        </p:txBody>
      </p:sp>
      <p:pic>
        <p:nvPicPr>
          <p:cNvPr id="2050" name="Picture 2" descr="http://www.helloworldseries.com/wp-content/uploads/2016/11/img_582974a9e742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2564" y="3752491"/>
            <a:ext cx="8050370" cy="11539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294187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Frequently </a:t>
            </a:r>
            <a:r>
              <a:rPr lang="en-US" dirty="0"/>
              <a:t>used  Centralized Version Control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endParaRPr lang="en-US" sz="2000" b="1" dirty="0"/>
          </a:p>
        </p:txBody>
      </p:sp>
      <p:pic>
        <p:nvPicPr>
          <p:cNvPr id="3074" name="Picture 2" descr="http://www.helloworldseries.com/wp-content/uploads/2016/11/img_58298ff9913da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0972" y="3536830"/>
            <a:ext cx="8019299" cy="11909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901332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Frequently </a:t>
            </a:r>
            <a:r>
              <a:rPr lang="en-US" dirty="0"/>
              <a:t>used  Centralized Version Control Systems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endParaRPr lang="en-US" sz="2000" b="1" dirty="0"/>
          </a:p>
        </p:txBody>
      </p:sp>
      <p:pic>
        <p:nvPicPr>
          <p:cNvPr id="4098" name="Picture 2" descr="http://www.helloworldseries.com/wp-content/uploads/2016/11/img_582974e87283f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3613" y="3352814"/>
            <a:ext cx="5261814" cy="20148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734294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Centralized Version Control System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endParaRPr lang="en-US" sz="2000" b="1" dirty="0"/>
          </a:p>
        </p:txBody>
      </p:sp>
      <p:pic>
        <p:nvPicPr>
          <p:cNvPr id="5122" name="Picture 2" descr="http://www.helloworldseries.com/wp-content/uploads/2016/11/img_58297d17124c6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8304" y="2447805"/>
            <a:ext cx="5381625" cy="4181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5150980" y="2061220"/>
            <a:ext cx="1656272" cy="369332"/>
          </a:xfrm>
          <a:prstGeom prst="rect">
            <a:avLst/>
          </a:prstGeom>
        </p:spPr>
        <p:style>
          <a:lnRef idx="2">
            <a:schemeClr val="accent1"/>
          </a:lnRef>
          <a:fillRef idx="1003">
            <a:schemeClr val="lt2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 smtClean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“Central” copy</a:t>
            </a:r>
            <a:endParaRPr lang="en-US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4754408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Centralized Version Control System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27608" y="1837426"/>
            <a:ext cx="6512942" cy="493431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Pull any changes from the central server, what other developers have made to central server</a:t>
            </a:r>
            <a:r>
              <a:rPr lang="en-US" sz="2000" dirty="0" smtClean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Make </a:t>
            </a:r>
            <a:r>
              <a:rPr lang="en-US" sz="2000" dirty="0"/>
              <a:t>your changes, and make sure they work properly</a:t>
            </a:r>
            <a:r>
              <a:rPr lang="en-US" sz="2000" dirty="0" smtClean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Push your changes to the central server, so other developers can see them.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pic>
        <p:nvPicPr>
          <p:cNvPr id="5122" name="Picture 2" descr="http://www.helloworldseries.com/wp-content/uploads/2016/11/img_58297d17124c6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2181" y="3519578"/>
            <a:ext cx="2914208" cy="22643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1432995" y="2706354"/>
            <a:ext cx="1656272" cy="369332"/>
          </a:xfrm>
          <a:prstGeom prst="rect">
            <a:avLst/>
          </a:prstGeom>
        </p:spPr>
        <p:style>
          <a:lnRef idx="2">
            <a:schemeClr val="accent1"/>
          </a:lnRef>
          <a:fillRef idx="1003">
            <a:schemeClr val="lt2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 smtClean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“Central” copy</a:t>
            </a:r>
            <a:endParaRPr lang="en-US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5" name="Down Arrow 4"/>
          <p:cNvSpPr/>
          <p:nvPr/>
        </p:nvSpPr>
        <p:spPr>
          <a:xfrm>
            <a:off x="8048445" y="2838092"/>
            <a:ext cx="405442" cy="59522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Down Arrow 6"/>
          <p:cNvSpPr/>
          <p:nvPr/>
        </p:nvSpPr>
        <p:spPr>
          <a:xfrm>
            <a:off x="8078637" y="4577753"/>
            <a:ext cx="405442" cy="59522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2555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Looks cool…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45312" y="3075686"/>
            <a:ext cx="6512942" cy="1112266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rgbClr val="FF0000"/>
                </a:solidFill>
              </a:rPr>
              <a:t>This solution is </a:t>
            </a:r>
            <a:r>
              <a:rPr lang="en-US" sz="2000" dirty="0" smtClean="0">
                <a:solidFill>
                  <a:srgbClr val="FF0000"/>
                </a:solidFill>
              </a:rPr>
              <a:t>not best, </a:t>
            </a:r>
            <a:r>
              <a:rPr lang="en-US" sz="2000" dirty="0">
                <a:solidFill>
                  <a:srgbClr val="FF0000"/>
                </a:solidFill>
              </a:rPr>
              <a:t>but far better than our home grown approaches for file changes tracking and sharing.</a:t>
            </a:r>
          </a:p>
        </p:txBody>
      </p:sp>
      <p:pic>
        <p:nvPicPr>
          <p:cNvPr id="5122" name="Picture 2" descr="http://www.helloworldseries.com/wp-content/uploads/2016/11/img_58297d17124c6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2181" y="3519578"/>
            <a:ext cx="2914208" cy="22643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1432995" y="2706354"/>
            <a:ext cx="1656272" cy="369332"/>
          </a:xfrm>
          <a:prstGeom prst="rect">
            <a:avLst/>
          </a:prstGeom>
        </p:spPr>
        <p:style>
          <a:lnRef idx="2">
            <a:schemeClr val="accent1"/>
          </a:lnRef>
          <a:fillRef idx="1003">
            <a:schemeClr val="lt2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 smtClean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“Central” copy</a:t>
            </a:r>
            <a:endParaRPr lang="en-US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6124331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Let’s understand “Centralized” concept in detail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1480" y="3404870"/>
            <a:ext cx="10560974" cy="600202"/>
          </a:xfrm>
        </p:spPr>
        <p:txBody>
          <a:bodyPr>
            <a:normAutofit/>
          </a:bodyPr>
          <a:lstStyle/>
          <a:p>
            <a:pPr algn="ctr"/>
            <a:r>
              <a:rPr lang="en-US" sz="2000" b="1" i="1" dirty="0">
                <a:solidFill>
                  <a:srgbClr val="FF0000"/>
                </a:solidFill>
              </a:rPr>
              <a:t>Watch next tutorial for </a:t>
            </a:r>
            <a:r>
              <a:rPr lang="en-US" sz="2000" b="1" i="1">
                <a:solidFill>
                  <a:srgbClr val="FF0000"/>
                </a:solidFill>
              </a:rPr>
              <a:t>the </a:t>
            </a:r>
            <a:r>
              <a:rPr lang="en-US" sz="2000" b="1" i="1" smtClean="0">
                <a:solidFill>
                  <a:srgbClr val="FF0000"/>
                </a:solidFill>
              </a:rPr>
              <a:t>this…</a:t>
            </a:r>
            <a:endParaRPr lang="en-US" sz="2000" i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4599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Coming up Next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28267" y="2402237"/>
            <a:ext cx="5859506" cy="2187226"/>
          </a:xfrm>
        </p:spPr>
        <p:txBody>
          <a:bodyPr>
            <a:noAutofit/>
          </a:bodyPr>
          <a:lstStyle/>
          <a:p>
            <a:r>
              <a:rPr lang="en-US" sz="2400" dirty="0"/>
              <a:t>How Centralized Version Control Systems work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31750212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WelcomeDoc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elcome to PowerPoint.potx" id="{43699C43-EC89-4A55-9A99-3FD944590577}" vid="{3C36ED3A-1C33-4ECB-8650-37D568EF454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C3DEC53A-9DF1-4780-BE92-17E971B7A9E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Welcome to PowerPoint</Template>
  <TotalTime>128</TotalTime>
  <Words>195</Words>
  <Application>Microsoft Office PowerPoint</Application>
  <PresentationFormat>Widescreen</PresentationFormat>
  <Paragraphs>33</Paragraphs>
  <Slides>14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Segoe UI</vt:lpstr>
      <vt:lpstr>Segoe UI Light</vt:lpstr>
      <vt:lpstr>WelcomeDoc</vt:lpstr>
      <vt:lpstr>Welcome to Hello World Series</vt:lpstr>
      <vt:lpstr>In last tutorial...</vt:lpstr>
      <vt:lpstr>In this tutorial...</vt:lpstr>
      <vt:lpstr>Introduction to Centralized Version Control</vt:lpstr>
      <vt:lpstr>Frequently used  Centralized Version Control Systems</vt:lpstr>
      <vt:lpstr>Frequently used  Centralized Version Control Systems</vt:lpstr>
      <vt:lpstr>Frequently used  Centralized Version Control Systems</vt:lpstr>
      <vt:lpstr>Frequently used  Centralized Version Control Systems</vt:lpstr>
      <vt:lpstr>Frequently used  Centralized Version Control Systems</vt:lpstr>
      <vt:lpstr>How Centralized Version Control System works</vt:lpstr>
      <vt:lpstr>How Centralized Version Control System works</vt:lpstr>
      <vt:lpstr>Looks cool…</vt:lpstr>
      <vt:lpstr>Let’s understand “Centralized” concept in detail</vt:lpstr>
      <vt:lpstr>Coming up Next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to Hello World Series</dc:title>
  <dc:creator>Neha</dc:creator>
  <cp:keywords/>
  <cp:lastModifiedBy>Neha</cp:lastModifiedBy>
  <cp:revision>69</cp:revision>
  <dcterms:created xsi:type="dcterms:W3CDTF">2016-11-15T15:13:14Z</dcterms:created>
  <dcterms:modified xsi:type="dcterms:W3CDTF">2016-11-19T01:31:20Z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TC029239449991</vt:lpwstr>
  </property>
</Properties>
</file>