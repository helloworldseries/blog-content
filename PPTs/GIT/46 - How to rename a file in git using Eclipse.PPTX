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2"/>
  </p:notesMasterIdLst>
  <p:sldIdLst>
    <p:sldId id="256" r:id="rId3"/>
    <p:sldId id="262" r:id="rId4"/>
    <p:sldId id="264" r:id="rId5"/>
    <p:sldId id="265" r:id="rId6"/>
    <p:sldId id="273" r:id="rId7"/>
    <p:sldId id="266" r:id="rId8"/>
    <p:sldId id="274" r:id="rId9"/>
    <p:sldId id="275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64"/>
            <p14:sldId id="265"/>
            <p14:sldId id="273"/>
            <p14:sldId id="266"/>
            <p14:sldId id="274"/>
            <p14:sldId id="275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commentAuthors" Target="commentAuthor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 smtClean="0"/>
              <a:t>How </a:t>
            </a:r>
            <a:r>
              <a:rPr lang="en-US" dirty="0"/>
              <a:t>to rename a file in </a:t>
            </a:r>
            <a:r>
              <a:rPr lang="en-US" dirty="0" err="1"/>
              <a:t>git</a:t>
            </a:r>
            <a:r>
              <a:rPr lang="en-US" dirty="0"/>
              <a:t> using Eclipse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How </a:t>
            </a:r>
            <a:r>
              <a:rPr lang="en-US" sz="2000" dirty="0"/>
              <a:t>to rename a file in </a:t>
            </a:r>
            <a:r>
              <a:rPr lang="en-US" sz="2000" dirty="0" err="1"/>
              <a:t>git</a:t>
            </a:r>
            <a:r>
              <a:rPr lang="en-US" sz="2000" dirty="0"/>
              <a:t> using </a:t>
            </a:r>
            <a:r>
              <a:rPr lang="en-US" sz="2000" dirty="0" err="1" smtClean="0"/>
              <a:t>Webstorm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</a:t>
            </a:r>
            <a:r>
              <a:rPr lang="en-US" sz="2000" dirty="0"/>
              <a:t>How to </a:t>
            </a:r>
            <a:r>
              <a:rPr lang="en-US" sz="2000" dirty="0" smtClean="0"/>
              <a:t>rename a </a:t>
            </a:r>
            <a:r>
              <a:rPr lang="en-US" sz="2000" dirty="0"/>
              <a:t>file of </a:t>
            </a:r>
            <a:r>
              <a:rPr lang="en-US" sz="2000" dirty="0" smtClean="0"/>
              <a:t>GIT using </a:t>
            </a:r>
            <a:r>
              <a:rPr lang="en-US" sz="2000" dirty="0" smtClean="0"/>
              <a:t>Eclipse</a:t>
            </a:r>
            <a:endParaRPr lang="en-US" sz="2000" b="1" dirty="0"/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Any one of these eclipses (Indigo/Juno/Kepler/Luna/Mars/Neon) installed.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GitHub </a:t>
            </a:r>
            <a:r>
              <a:rPr lang="en-US" sz="2000" dirty="0"/>
              <a:t>account is created.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 repository is created on GitHub with at least one file and you have GitHub repo URL with you.</a:t>
            </a:r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for rename a file of GitHub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grpSp>
        <p:nvGrpSpPr>
          <p:cNvPr id="5" name="Group 4"/>
          <p:cNvGrpSpPr/>
          <p:nvPr/>
        </p:nvGrpSpPr>
        <p:grpSpPr>
          <a:xfrm>
            <a:off x="3113907" y="3344562"/>
            <a:ext cx="1038822" cy="609537"/>
            <a:chOff x="7460" y="0"/>
            <a:chExt cx="4459722" cy="1136864"/>
          </a:xfrm>
        </p:grpSpPr>
        <p:sp>
          <p:nvSpPr>
            <p:cNvPr id="6" name="Chevron 5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Eclipse</a:t>
              </a:r>
              <a:endParaRPr lang="en-US" sz="900" kern="1200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4087424" y="3344562"/>
            <a:ext cx="1038822" cy="609537"/>
            <a:chOff x="7460" y="0"/>
            <a:chExt cx="4459722" cy="1136864"/>
          </a:xfrm>
        </p:grpSpPr>
        <p:sp>
          <p:nvSpPr>
            <p:cNvPr id="38" name="Chevron 3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account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055797" y="3344561"/>
            <a:ext cx="1038822" cy="609537"/>
            <a:chOff x="7460" y="0"/>
            <a:chExt cx="4459722" cy="1136864"/>
          </a:xfrm>
        </p:grpSpPr>
        <p:sp>
          <p:nvSpPr>
            <p:cNvPr id="41" name="Chevron 4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repo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7079033" y="3334409"/>
            <a:ext cx="1038822" cy="609537"/>
            <a:chOff x="7460" y="0"/>
            <a:chExt cx="4459722" cy="1136864"/>
          </a:xfrm>
        </p:grpSpPr>
        <p:sp>
          <p:nvSpPr>
            <p:cNvPr id="47" name="Chevron 46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Rename file</a:t>
              </a:r>
              <a:endParaRPr lang="en-US" sz="900" dirty="0"/>
            </a:p>
          </p:txBody>
        </p:sp>
      </p:grpSp>
      <p:sp>
        <p:nvSpPr>
          <p:cNvPr id="60" name="Rectangle 59"/>
          <p:cNvSpPr/>
          <p:nvPr/>
        </p:nvSpPr>
        <p:spPr>
          <a:xfrm>
            <a:off x="3113907" y="4042971"/>
            <a:ext cx="376961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Pre-requisites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6057721" y="3336427"/>
            <a:ext cx="1038822" cy="609537"/>
            <a:chOff x="7460" y="0"/>
            <a:chExt cx="4459722" cy="1136864"/>
          </a:xfrm>
        </p:grpSpPr>
        <p:sp>
          <p:nvSpPr>
            <p:cNvPr id="18" name="Chevron 1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Clone 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repo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8117855" y="3344561"/>
            <a:ext cx="1038822" cy="609537"/>
            <a:chOff x="7460" y="0"/>
            <a:chExt cx="4459722" cy="1136864"/>
          </a:xfrm>
        </p:grpSpPr>
        <p:sp>
          <p:nvSpPr>
            <p:cNvPr id="21" name="Chevron 2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Commit</a:t>
              </a:r>
              <a:endParaRPr lang="en-US" sz="900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9139167" y="3344561"/>
            <a:ext cx="1038822" cy="609537"/>
            <a:chOff x="7460" y="0"/>
            <a:chExt cx="4459722" cy="1136864"/>
          </a:xfrm>
        </p:grpSpPr>
        <p:sp>
          <p:nvSpPr>
            <p:cNvPr id="24" name="Chevron 23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Push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083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Rename a file of GitHub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79152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Commit change in local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025436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Push to GitHub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599251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smtClean="0"/>
              <a:t>How </a:t>
            </a:r>
            <a:r>
              <a:rPr lang="en-US" sz="2400" dirty="0"/>
              <a:t>to check history of a file in </a:t>
            </a:r>
            <a:r>
              <a:rPr lang="en-US" sz="2400" dirty="0" err="1"/>
              <a:t>git</a:t>
            </a:r>
            <a:r>
              <a:rPr lang="en-US" sz="2400" dirty="0"/>
              <a:t> using command line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417</TotalTime>
  <Words>151</Words>
  <Application>Microsoft Office PowerPoint</Application>
  <PresentationFormat>Widescreen</PresentationFormat>
  <Paragraphs>28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Segoe UI</vt:lpstr>
      <vt:lpstr>Segoe UI Light</vt:lpstr>
      <vt:lpstr>WelcomeDoc</vt:lpstr>
      <vt:lpstr>Welcome to Hello World Series</vt:lpstr>
      <vt:lpstr>In last tutorial...</vt:lpstr>
      <vt:lpstr>In this tutorial...</vt:lpstr>
      <vt:lpstr>Pre-requisites</vt:lpstr>
      <vt:lpstr>Steps for rename a file of GitHub repo</vt:lpstr>
      <vt:lpstr>Rename a file of GitHub repo</vt:lpstr>
      <vt:lpstr>Commit change in local GIT</vt:lpstr>
      <vt:lpstr>Push to GitHub repo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295</cp:revision>
  <dcterms:created xsi:type="dcterms:W3CDTF">2016-11-15T15:13:14Z</dcterms:created>
  <dcterms:modified xsi:type="dcterms:W3CDTF">2016-11-22T00:34:39Z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