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3"/>
  </p:notesMasterIdLst>
  <p:sldIdLst>
    <p:sldId id="256" r:id="rId3"/>
    <p:sldId id="276" r:id="rId4"/>
    <p:sldId id="262" r:id="rId5"/>
    <p:sldId id="264" r:id="rId6"/>
    <p:sldId id="265" r:id="rId7"/>
    <p:sldId id="275" r:id="rId8"/>
    <p:sldId id="272" r:id="rId9"/>
    <p:sldId id="274" r:id="rId10"/>
    <p:sldId id="273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76"/>
            <p14:sldId id="262"/>
            <p14:sldId id="264"/>
            <p14:sldId id="265"/>
            <p14:sldId id="275"/>
            <p14:sldId id="272"/>
            <p14:sldId id="274"/>
            <p14:sldId id="273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What is a GIT Client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I am a Java developer use Eclipse heavily </a:t>
            </a:r>
            <a:r>
              <a:rPr lang="en-US" sz="2000" smtClean="0"/>
              <a:t>for day-to-day development.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64273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How to install Tortoise GIT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How to install </a:t>
            </a:r>
            <a:r>
              <a:rPr lang="en-US" sz="2000" dirty="0"/>
              <a:t>Eclipse </a:t>
            </a:r>
            <a:r>
              <a:rPr lang="en-US" sz="2000" dirty="0" err="1"/>
              <a:t>Egit</a:t>
            </a:r>
            <a:r>
              <a:rPr lang="en-US" sz="2000" dirty="0"/>
              <a:t> plugin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 descr="http://www.helloworldseries.com/wp-content/uploads/2016/10/img_581209772d79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461" y="5201677"/>
            <a:ext cx="1789078" cy="67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Image result for github 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529" y="3685433"/>
            <a:ext cx="2496488" cy="83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5112734" y="3094867"/>
            <a:ext cx="1830822" cy="46166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GIT </a:t>
            </a:r>
            <a:r>
              <a:rPr lang="en-US" sz="24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Servers</a:t>
            </a:r>
            <a:endParaRPr lang="en-US" sz="24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356955" y="6172812"/>
            <a:ext cx="1744388" cy="461665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GIT </a:t>
            </a:r>
            <a:r>
              <a:rPr lang="en-US" sz="2400"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Clients</a:t>
            </a:r>
            <a:endParaRPr lang="en-US" sz="24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  <p:pic>
        <p:nvPicPr>
          <p:cNvPr id="18" name="Picture 2" descr="http://www.helloworldseries.com/wp-content/uploads/2016/10/img_5810f404296d5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9696" y="3747598"/>
            <a:ext cx="1537473" cy="603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http://www.helloworldseries.com/wp-content/uploads/2016/10/img_5810f43ed1bcd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375" y="3703274"/>
            <a:ext cx="2075506" cy="60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http://www.helloworldseries.com/wp-content/uploads/2016/10/img_5810f42b97f18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168" y="3773304"/>
            <a:ext cx="1631177" cy="603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/>
          <p:cNvSpPr/>
          <p:nvPr/>
        </p:nvSpPr>
        <p:spPr>
          <a:xfrm>
            <a:off x="1802921" y="3658000"/>
            <a:ext cx="9166600" cy="91511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279366" y="5040574"/>
            <a:ext cx="2035834" cy="97317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6289374" y="4614868"/>
            <a:ext cx="8626" cy="38231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 before downloading Eclipse </a:t>
            </a:r>
            <a:r>
              <a:rPr lang="en-US" dirty="0" err="1" smtClean="0"/>
              <a:t>Egit</a:t>
            </a:r>
            <a:r>
              <a:rPr lang="en-US" dirty="0" smtClean="0"/>
              <a:t> plugin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Eclipse should be up and running, i.e. any Eclipse </a:t>
            </a:r>
            <a:r>
              <a:rPr lang="en-US" sz="2000" smtClean="0"/>
              <a:t>before Indigo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</a:t>
            </a:r>
            <a:r>
              <a:rPr lang="en-US" dirty="0" smtClean="0"/>
              <a:t>Eclipse </a:t>
            </a:r>
            <a:r>
              <a:rPr lang="en-US" dirty="0" err="1" smtClean="0"/>
              <a:t>Egit</a:t>
            </a:r>
            <a:r>
              <a:rPr lang="en-US" dirty="0" smtClean="0"/>
              <a:t> plugin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5089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</a:t>
            </a:r>
            <a:r>
              <a:rPr lang="en-US" dirty="0"/>
              <a:t>Eclipse </a:t>
            </a:r>
            <a:r>
              <a:rPr lang="en-US" dirty="0" err="1"/>
              <a:t>Egit</a:t>
            </a:r>
            <a:r>
              <a:rPr lang="en-US" dirty="0"/>
              <a:t> plugin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03340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Verify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39752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Launch </a:t>
            </a:r>
            <a:r>
              <a:rPr lang="en-US" dirty="0"/>
              <a:t>Eclipse </a:t>
            </a:r>
            <a:r>
              <a:rPr lang="en-US" dirty="0" err="1"/>
              <a:t>Egit</a:t>
            </a:r>
            <a:r>
              <a:rPr lang="en-US" dirty="0"/>
              <a:t> plugin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38454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 smtClean="0"/>
              <a:t>Eclipse </a:t>
            </a:r>
            <a:r>
              <a:rPr lang="en-US" sz="2400" dirty="0" err="1" smtClean="0"/>
              <a:t>Egit</a:t>
            </a:r>
            <a:r>
              <a:rPr lang="en-US" sz="2400" dirty="0" smtClean="0"/>
              <a:t> plugin Installation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256</TotalTime>
  <Words>112</Words>
  <Application>Microsoft Office PowerPoint</Application>
  <PresentationFormat>Widescreen</PresentationFormat>
  <Paragraphs>21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Segoe UI Light</vt:lpstr>
      <vt:lpstr>WelcomeDoc</vt:lpstr>
      <vt:lpstr>Welcome to Hello World Series</vt:lpstr>
      <vt:lpstr>Problem statement</vt:lpstr>
      <vt:lpstr>In last tutorial...</vt:lpstr>
      <vt:lpstr>In this tutorial...</vt:lpstr>
      <vt:lpstr>Pre-requisites before downloading Eclipse Egit plugin</vt:lpstr>
      <vt:lpstr>Download Eclipse Egit plugin</vt:lpstr>
      <vt:lpstr>Install Eclipse Egit plugin</vt:lpstr>
      <vt:lpstr>Verify Installation</vt:lpstr>
      <vt:lpstr>Launch Eclipse Egit plugin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157</cp:revision>
  <dcterms:created xsi:type="dcterms:W3CDTF">2016-11-15T15:13:14Z</dcterms:created>
  <dcterms:modified xsi:type="dcterms:W3CDTF">2016-11-24T01:04:56Z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