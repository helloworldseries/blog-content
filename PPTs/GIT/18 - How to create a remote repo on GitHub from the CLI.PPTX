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3"/>
  </p:notesMasterIdLst>
  <p:sldIdLst>
    <p:sldId id="256" r:id="rId3"/>
    <p:sldId id="270" r:id="rId4"/>
    <p:sldId id="262" r:id="rId5"/>
    <p:sldId id="264" r:id="rId6"/>
    <p:sldId id="265" r:id="rId7"/>
    <p:sldId id="269" r:id="rId8"/>
    <p:sldId id="266" r:id="rId9"/>
    <p:sldId id="267" r:id="rId10"/>
    <p:sldId id="268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0"/>
            <p14:sldId id="262"/>
            <p14:sldId id="264"/>
            <p14:sldId id="265"/>
            <p14:sldId id="269"/>
            <p14:sldId id="266"/>
            <p14:sldId id="267"/>
            <p14:sldId id="268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github.com/user/repo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create a remote repo on GitHub from the CLI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</a:t>
            </a:r>
            <a:r>
              <a:rPr lang="en-US" sz="2000" dirty="0" smtClean="0"/>
              <a:t>command lover not much of a GUI fan.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Want to create GitHub repo from command line, However I know, that I can do the same </a:t>
            </a:r>
            <a:r>
              <a:rPr lang="en-US" sz="2000" smtClean="0"/>
              <a:t>through GitHub.com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5292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connect to </a:t>
            </a:r>
            <a:r>
              <a:rPr lang="en-US" sz="2000" dirty="0" err="1" smtClean="0"/>
              <a:t>Git</a:t>
            </a:r>
            <a:r>
              <a:rPr lang="en-US" sz="2000" dirty="0" smtClean="0"/>
              <a:t> using  Eclipse without any explicit plugin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to create remote repo on GitHub using commands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Pre-requisite(s)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already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account </a:t>
            </a:r>
            <a:r>
              <a:rPr lang="en-US" sz="2000" smtClean="0"/>
              <a:t>is created.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to </a:t>
            </a:r>
            <a:r>
              <a:rPr lang="en-US" dirty="0"/>
              <a:t>get all the </a:t>
            </a:r>
            <a:r>
              <a:rPr lang="en-US" dirty="0" smtClean="0"/>
              <a:t>GitHub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Userid</a:t>
            </a:r>
            <a:r>
              <a:rPr lang="en-US" sz="2000" dirty="0" smtClean="0"/>
              <a:t> -&gt; GitHub </a:t>
            </a:r>
            <a:r>
              <a:rPr lang="en-US" sz="2000" dirty="0" err="1" smtClean="0"/>
              <a:t>userid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Password – GitHub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558" y="3749188"/>
            <a:ext cx="1071998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curl -u </a:t>
            </a:r>
            <a:r>
              <a:rPr lang="en-US" sz="32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‘</a:t>
            </a:r>
            <a:r>
              <a:rPr lang="en-US" sz="3200" i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userid</a:t>
            </a:r>
            <a:r>
              <a:rPr lang="en-US" sz="32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:p</a:t>
            </a:r>
            <a:r>
              <a:rPr lang="en-US" sz="3200" i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assword</a:t>
            </a:r>
            <a:r>
              <a:rPr lang="en-US" sz="32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’ https://api.github.com/user/repos</a:t>
            </a:r>
            <a:endParaRPr lang="en-US" sz="3200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3531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</a:t>
            </a:r>
            <a:r>
              <a:rPr lang="en-US" dirty="0"/>
              <a:t>to create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Userid</a:t>
            </a:r>
            <a:r>
              <a:rPr lang="en-US" sz="2000" dirty="0" smtClean="0"/>
              <a:t> -&gt; GitHub </a:t>
            </a:r>
            <a:r>
              <a:rPr lang="en-US" sz="2000" dirty="0" err="1" smtClean="0"/>
              <a:t>userid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Password – GitHub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3277" y="3749188"/>
            <a:ext cx="958454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curl -u </a:t>
            </a:r>
            <a:r>
              <a:rPr lang="en-US" sz="20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‘</a:t>
            </a:r>
            <a:r>
              <a:rPr lang="en-US" sz="2000" i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userid</a:t>
            </a:r>
            <a:r>
              <a:rPr lang="en-US" sz="20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:p</a:t>
            </a:r>
            <a:r>
              <a:rPr lang="en-US" sz="2000" i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assword</a:t>
            </a:r>
            <a:r>
              <a:rPr lang="en-US" sz="20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’ </a:t>
            </a:r>
            <a:r>
              <a:rPr lang="en-US" sz="20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hlinkClick r:id="rId2"/>
              </a:rPr>
              <a:t>https://</a:t>
            </a:r>
            <a:r>
              <a:rPr lang="en-US" sz="20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hlinkClick r:id="rId2"/>
              </a:rPr>
              <a:t>api.github.com/user/repos</a:t>
            </a:r>
            <a:r>
              <a:rPr lang="en-US" sz="20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-d ‘{“name”:”testrepo1″}’</a:t>
            </a:r>
            <a:endParaRPr lang="en-US" sz="2000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090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to </a:t>
            </a:r>
            <a:r>
              <a:rPr lang="en-US" dirty="0"/>
              <a:t>get all the </a:t>
            </a:r>
            <a:r>
              <a:rPr lang="en-US" dirty="0" smtClean="0"/>
              <a:t>GitHub repositories again…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Userid</a:t>
            </a:r>
            <a:r>
              <a:rPr lang="en-US" sz="2000" dirty="0" smtClean="0"/>
              <a:t> -&gt; GitHub </a:t>
            </a:r>
            <a:r>
              <a:rPr lang="en-US" sz="2000" dirty="0" err="1" smtClean="0"/>
              <a:t>userid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Password – GitHub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558" y="3749188"/>
            <a:ext cx="1071998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curl -u </a:t>
            </a:r>
            <a:r>
              <a:rPr lang="en-US" sz="32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‘</a:t>
            </a:r>
            <a:r>
              <a:rPr lang="en-US" sz="3200" i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userid</a:t>
            </a:r>
            <a:r>
              <a:rPr lang="en-US" sz="320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:p</a:t>
            </a:r>
            <a:r>
              <a:rPr lang="en-US" sz="3200" i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assword</a:t>
            </a:r>
            <a:r>
              <a:rPr lang="en-US" sz="320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’ https://api.github.com/user/repos</a:t>
            </a:r>
            <a:endParaRPr lang="en-US" sz="3200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165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don’t want to use commands to create GitHub </a:t>
            </a:r>
            <a:r>
              <a:rPr lang="en-US" dirty="0"/>
              <a:t>repo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641558" y="3065447"/>
            <a:ext cx="907056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</a:rPr>
              <a:t>Any better way to create repo on GitHub.com ???</a:t>
            </a:r>
            <a:endParaRPr lang="en-US" sz="3200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9366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create a remote repo on GitHub from GitHub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276</TotalTime>
  <Words>228</Words>
  <Application>Microsoft Office PowerPoint</Application>
  <PresentationFormat>Widescreen</PresentationFormat>
  <Paragraphs>31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Pre-requisite(s)</vt:lpstr>
      <vt:lpstr>Command to get all the GitHub repositories</vt:lpstr>
      <vt:lpstr>Command to create github repository</vt:lpstr>
      <vt:lpstr>Command to get all the GitHub repositories again…</vt:lpstr>
      <vt:lpstr>I don’t want to use commands to create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173</cp:revision>
  <dcterms:created xsi:type="dcterms:W3CDTF">2016-11-15T15:13:14Z</dcterms:created>
  <dcterms:modified xsi:type="dcterms:W3CDTF">2016-11-22T02:11:03Z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