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4"/>
  </p:notesMasterIdLst>
  <p:sldIdLst>
    <p:sldId id="256" r:id="rId3"/>
    <p:sldId id="270" r:id="rId4"/>
    <p:sldId id="262" r:id="rId5"/>
    <p:sldId id="264" r:id="rId6"/>
    <p:sldId id="265" r:id="rId7"/>
    <p:sldId id="271" r:id="rId8"/>
    <p:sldId id="266" r:id="rId9"/>
    <p:sldId id="268" r:id="rId10"/>
    <p:sldId id="267" r:id="rId11"/>
    <p:sldId id="269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70"/>
            <p14:sldId id="262"/>
            <p14:sldId id="264"/>
            <p14:sldId id="265"/>
            <p14:sldId id="271"/>
            <p14:sldId id="266"/>
            <p14:sldId id="268"/>
            <p14:sldId id="267"/>
            <p14:sldId id="269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Free GIT </a:t>
            </a:r>
            <a:r>
              <a:rPr lang="en-US" smtClean="0"/>
              <a:t>hosting providers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 am a open source developer, working on a public project and interested in Storing my codebase @ </a:t>
            </a:r>
            <a:r>
              <a:rPr lang="en-US" sz="2000" dirty="0" smtClean="0"/>
              <a:t>some </a:t>
            </a:r>
            <a:r>
              <a:rPr lang="en-US" sz="2000" dirty="0"/>
              <a:t>place on </a:t>
            </a:r>
            <a:r>
              <a:rPr lang="en-US" sz="2000" dirty="0" smtClean="0"/>
              <a:t>internet </a:t>
            </a:r>
            <a:r>
              <a:rPr lang="en-US" sz="2000" dirty="0" smtClean="0"/>
              <a:t>with </a:t>
            </a:r>
            <a:r>
              <a:rPr lang="en-US" sz="2000" dirty="0" smtClean="0"/>
              <a:t>zero fee, </a:t>
            </a:r>
            <a:r>
              <a:rPr lang="en-US" sz="2000" dirty="0"/>
              <a:t>which can be shared with other </a:t>
            </a:r>
            <a:r>
              <a:rPr lang="en-US" sz="2000" dirty="0" smtClean="0"/>
              <a:t>developers.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29655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What is GitHub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Who all provide free GIT code hosting, there are many, not limited to the ones, being discussed here.</a:t>
            </a:r>
            <a:endParaRPr lang="en-US" sz="2000" b="1" dirty="0"/>
          </a:p>
        </p:txBody>
      </p:sp>
      <p:pic>
        <p:nvPicPr>
          <p:cNvPr id="5" name="Picture 4" descr="Image result for github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83" y="3063462"/>
            <a:ext cx="1851195" cy="61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helloworldseries.com/wp-content/uploads/2016/10/img_5810f404296d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83" y="3999781"/>
            <a:ext cx="1537473" cy="60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helloworldseries.com/wp-content/uploads/2016/10/img_5810f42b97f1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83" y="4869565"/>
            <a:ext cx="1631177" cy="60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helloworldseries.com/wp-content/uploads/2016/10/img_5810f43ed1bc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070" y="5635842"/>
            <a:ext cx="2075506" cy="60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 is one of the web-based server/repository </a:t>
            </a:r>
            <a:r>
              <a:rPr lang="en-US" sz="2000" b="1" i="1" u="sng" dirty="0" err="1"/>
              <a:t>Git</a:t>
            </a:r>
            <a:r>
              <a:rPr lang="en-US" sz="2000" dirty="0"/>
              <a:t> repositories.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other words, you can keep your </a:t>
            </a:r>
            <a:r>
              <a:rPr lang="en-US" sz="2000" dirty="0" err="1"/>
              <a:t>Git</a:t>
            </a:r>
            <a:r>
              <a:rPr lang="en-US" sz="2000" dirty="0"/>
              <a:t> repo code on </a:t>
            </a:r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github.com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Unlike </a:t>
            </a:r>
            <a:r>
              <a:rPr lang="en-US" sz="2000" dirty="0" err="1"/>
              <a:t>Git</a:t>
            </a:r>
            <a:r>
              <a:rPr lang="en-US" sz="2000" dirty="0"/>
              <a:t>, which is strictly a command-line tool, GitHub provides a Web-based graphical interface and desktop as well as mobile integration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also provides access control and several collaboration features such as bug </a:t>
            </a:r>
            <a:r>
              <a:rPr lang="en-US" sz="2000" dirty="0" err="1"/>
              <a:t>tracking,feature</a:t>
            </a:r>
            <a:r>
              <a:rPr lang="en-US" sz="2000" dirty="0"/>
              <a:t> requests, task management, and wikis for every project</a:t>
            </a:r>
            <a:r>
              <a:rPr lang="en-US" sz="2000" dirty="0" smtClean="0"/>
              <a:t>.</a:t>
            </a:r>
            <a:endParaRPr lang="en-US" sz="2000" b="1" dirty="0"/>
          </a:p>
        </p:txBody>
      </p:sp>
      <p:pic>
        <p:nvPicPr>
          <p:cNvPr id="4" name="Picture 3" descr="Image result for github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7080" y="2083160"/>
            <a:ext cx="1851195" cy="61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79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Projects </a:t>
            </a:r>
            <a:r>
              <a:rPr lang="en-US" sz="2000" dirty="0"/>
              <a:t>hosted - 47+ million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 is managed by a company called GitHub, Inc.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GitHub, Inc. Headquarters - San Francisco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Employees worldwide – </a:t>
            </a:r>
            <a:r>
              <a:rPr lang="en-US" sz="2000" dirty="0" smtClean="0"/>
              <a:t>598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First </a:t>
            </a:r>
            <a:r>
              <a:rPr lang="en-US" sz="2000" dirty="0"/>
              <a:t>commit in </a:t>
            </a:r>
            <a:r>
              <a:rPr lang="en-US" sz="2000" dirty="0" err="1"/>
              <a:t>Git</a:t>
            </a:r>
            <a:r>
              <a:rPr lang="en-US" sz="2000" dirty="0"/>
              <a:t> was in Oct 2007.</a:t>
            </a:r>
          </a:p>
          <a:p>
            <a:endParaRPr lang="en-US" sz="2000" b="1" dirty="0"/>
          </a:p>
        </p:txBody>
      </p:sp>
      <p:pic>
        <p:nvPicPr>
          <p:cNvPr id="4" name="Picture 3" descr="Image result for github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7080" y="2083160"/>
            <a:ext cx="1851195" cy="61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32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Assembla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Assembla</a:t>
            </a:r>
            <a:r>
              <a:rPr lang="en-US" sz="2000" dirty="0" smtClean="0"/>
              <a:t> is owned by </a:t>
            </a:r>
            <a:r>
              <a:rPr lang="en-US" sz="2000" dirty="0" err="1" smtClean="0"/>
              <a:t>Assembla</a:t>
            </a:r>
            <a:r>
              <a:rPr lang="en-US" sz="2000" dirty="0" smtClean="0"/>
              <a:t>, INC and was created in 2005.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It hosts over 100,000 commercial and open-source projects and is used by over 800,000 users in more than 100 countries.</a:t>
            </a:r>
            <a:endParaRPr lang="en-US" sz="2000" b="1" dirty="0"/>
          </a:p>
        </p:txBody>
      </p:sp>
      <p:pic>
        <p:nvPicPr>
          <p:cNvPr id="5" name="Picture 2" descr="http://www.helloworldseries.com/wp-content/uploads/2016/10/img_5810f404296d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1750" y="1837426"/>
            <a:ext cx="1537473" cy="60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11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 of May 2016, the company has more than 80 salaried employees and more than 1000 open source contributors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is used by more than 100,000 organizations including </a:t>
            </a:r>
            <a:r>
              <a:rPr lang="en-US" sz="2000" dirty="0" err="1"/>
              <a:t>Jülich</a:t>
            </a:r>
            <a:r>
              <a:rPr lang="en-US" sz="2000" dirty="0"/>
              <a:t> Research Center, NASA, Alibaba, </a:t>
            </a:r>
            <a:r>
              <a:rPr lang="en-US" sz="2000" dirty="0" err="1"/>
              <a:t>Invincea</a:t>
            </a:r>
            <a:r>
              <a:rPr lang="en-US" sz="2000" dirty="0"/>
              <a:t>, O’Reilly Media, Leibniz-</a:t>
            </a:r>
            <a:r>
              <a:rPr lang="en-US" sz="2000" dirty="0" err="1"/>
              <a:t>Rechenzentrum</a:t>
            </a:r>
            <a:r>
              <a:rPr lang="en-US" sz="2000" dirty="0"/>
              <a:t> (LRZ) and CERN.</a:t>
            </a:r>
            <a:endParaRPr lang="en-US" sz="2000" b="1" dirty="0"/>
          </a:p>
        </p:txBody>
      </p:sp>
      <p:pic>
        <p:nvPicPr>
          <p:cNvPr id="6" name="Picture 4" descr="http://www.helloworldseries.com/wp-content/uploads/2016/10/img_5810f42b97f1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070" y="2373499"/>
            <a:ext cx="1631177" cy="60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92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Bitbucket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Bitbucket</a:t>
            </a:r>
            <a:r>
              <a:rPr lang="en-US" sz="2000" dirty="0"/>
              <a:t> is a web-based hosting service for projects that use either the Mercurial (since launch) or </a:t>
            </a:r>
            <a:r>
              <a:rPr lang="en-US" sz="2000" dirty="0" err="1"/>
              <a:t>Git</a:t>
            </a:r>
            <a:r>
              <a:rPr lang="en-US" sz="2000" dirty="0"/>
              <a:t> (since October 2011</a:t>
            </a:r>
            <a:r>
              <a:rPr lang="en-US" sz="2000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Bitbucket</a:t>
            </a:r>
            <a:r>
              <a:rPr lang="en-US" sz="2000" dirty="0"/>
              <a:t> offers both commercial plans and free </a:t>
            </a:r>
            <a:r>
              <a:rPr lang="en-US" sz="2000" dirty="0" smtClean="0"/>
              <a:t>accounts.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is similar to GitHub, which primarily uses </a:t>
            </a:r>
            <a:r>
              <a:rPr lang="en-US" sz="2000" dirty="0" err="1" smtClean="0"/>
              <a:t>Git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7" name="Picture 6" descr="http://www.helloworldseries.com/wp-content/uploads/2016/10/img_5810f43ed1bc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044" y="2414847"/>
            <a:ext cx="2075506" cy="60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42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Bitbucket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Bitbucket</a:t>
            </a:r>
            <a:r>
              <a:rPr lang="en-US" sz="2000" dirty="0"/>
              <a:t> was previously an independent startup, founded by </a:t>
            </a:r>
            <a:r>
              <a:rPr lang="en-US" sz="2000" dirty="0" err="1"/>
              <a:t>Jesper</a:t>
            </a:r>
            <a:r>
              <a:rPr lang="en-US" sz="2000" dirty="0"/>
              <a:t> </a:t>
            </a:r>
            <a:r>
              <a:rPr lang="en-US" sz="2000" dirty="0" err="1"/>
              <a:t>Nøhr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 29 September 2010, </a:t>
            </a:r>
            <a:r>
              <a:rPr lang="en-US" sz="2000" dirty="0" err="1"/>
              <a:t>Bitbucket</a:t>
            </a:r>
            <a:r>
              <a:rPr lang="en-US" sz="2000" dirty="0"/>
              <a:t> was acquired by </a:t>
            </a:r>
            <a:r>
              <a:rPr lang="en-US" sz="2000" dirty="0" err="1"/>
              <a:t>Atlassian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Initially, </a:t>
            </a:r>
            <a:r>
              <a:rPr lang="en-US" sz="2000" dirty="0" err="1"/>
              <a:t>Bitbucket</a:t>
            </a:r>
            <a:r>
              <a:rPr lang="en-US" sz="2000" dirty="0"/>
              <a:t> only offered hosting support </a:t>
            </a:r>
            <a:r>
              <a:rPr lang="en-US" sz="2000" dirty="0" err="1"/>
              <a:t>forMercurial</a:t>
            </a:r>
            <a:r>
              <a:rPr lang="en-US" sz="2000" dirty="0"/>
              <a:t> projects. 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On </a:t>
            </a:r>
            <a:r>
              <a:rPr lang="en-US" sz="2000" dirty="0"/>
              <a:t>3 October 2011, </a:t>
            </a:r>
            <a:r>
              <a:rPr lang="en-US" sz="2000" dirty="0" err="1"/>
              <a:t>Bitbucket</a:t>
            </a:r>
            <a:r>
              <a:rPr lang="en-US" sz="2000" dirty="0"/>
              <a:t> officially announced support for </a:t>
            </a:r>
            <a:r>
              <a:rPr lang="en-US" sz="2000" dirty="0" err="1"/>
              <a:t>Git</a:t>
            </a:r>
            <a:r>
              <a:rPr lang="en-US" sz="2000" dirty="0"/>
              <a:t> hosting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September 2015, </a:t>
            </a:r>
            <a:r>
              <a:rPr lang="en-US" sz="2000" dirty="0" err="1"/>
              <a:t>Atlassian</a:t>
            </a:r>
            <a:r>
              <a:rPr lang="en-US" sz="2000" dirty="0"/>
              <a:t> renamed their Stash product to </a:t>
            </a:r>
            <a:r>
              <a:rPr lang="en-US" sz="2000" dirty="0" err="1"/>
              <a:t>Bitbucket</a:t>
            </a:r>
            <a:r>
              <a:rPr lang="en-US" sz="2000" dirty="0"/>
              <a:t> Server.</a:t>
            </a:r>
            <a:endParaRPr lang="en-US" sz="2000" b="1" dirty="0"/>
          </a:p>
        </p:txBody>
      </p:sp>
      <p:pic>
        <p:nvPicPr>
          <p:cNvPr id="7" name="Picture 6" descr="http://www.helloworldseries.com/wp-content/uploads/2016/10/img_5810f43ed1bc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044" y="2414847"/>
            <a:ext cx="2075506" cy="60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77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create account on </a:t>
            </a:r>
            <a:r>
              <a:rPr lang="en-US" sz="2400" dirty="0" err="1"/>
              <a:t>Github</a:t>
            </a:r>
            <a:r>
              <a:rPr lang="en-US" sz="2400" dirty="0"/>
              <a:t> website</a:t>
            </a: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233</TotalTime>
  <Words>418</Words>
  <Application>Microsoft Office PowerPoint</Application>
  <PresentationFormat>Widescreen</PresentationFormat>
  <Paragraphs>40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GitHub</vt:lpstr>
      <vt:lpstr>GitHub</vt:lpstr>
      <vt:lpstr>Assembla</vt:lpstr>
      <vt:lpstr>GitLab</vt:lpstr>
      <vt:lpstr>Bitbucket</vt:lpstr>
      <vt:lpstr>Bitbucket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127</cp:revision>
  <dcterms:created xsi:type="dcterms:W3CDTF">2016-11-15T15:13:14Z</dcterms:created>
  <dcterms:modified xsi:type="dcterms:W3CDTF">2016-11-23T01:35:30Z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