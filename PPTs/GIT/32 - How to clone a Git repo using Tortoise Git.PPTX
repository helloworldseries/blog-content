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0"/>
  </p:notesMasterIdLst>
  <p:sldIdLst>
    <p:sldId id="256" r:id="rId3"/>
    <p:sldId id="262" r:id="rId4"/>
    <p:sldId id="264" r:id="rId5"/>
    <p:sldId id="265" r:id="rId6"/>
    <p:sldId id="273" r:id="rId7"/>
    <p:sldId id="266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clone a </a:t>
            </a:r>
            <a:r>
              <a:rPr lang="en-US" dirty="0" err="1"/>
              <a:t>Git</a:t>
            </a:r>
            <a:r>
              <a:rPr lang="en-US" dirty="0"/>
              <a:t> repo using Tortoise </a:t>
            </a:r>
            <a:r>
              <a:rPr lang="en-US" dirty="0" err="1"/>
              <a:t>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clone a GitHub repo using Command line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clone a </a:t>
            </a:r>
            <a:r>
              <a:rPr lang="en-US" sz="2000" dirty="0" err="1"/>
              <a:t>Git</a:t>
            </a:r>
            <a:r>
              <a:rPr lang="en-US" sz="2000" dirty="0"/>
              <a:t> repo using Tortoise </a:t>
            </a:r>
            <a:r>
              <a:rPr lang="en-US" sz="2000" dirty="0" err="1"/>
              <a:t>Git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Tortoise GIT </a:t>
            </a:r>
            <a:r>
              <a:rPr lang="en-US" sz="2000" dirty="0" smtClean="0"/>
              <a:t>is installed.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cloning a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 smtClean="0"/>
                <a:t>GIT client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 smtClean="0"/>
                <a:t>installed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123089" y="3344561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repo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25451" y="3929320"/>
            <a:ext cx="285366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Clone GitHub repo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clone a </a:t>
            </a:r>
            <a:r>
              <a:rPr lang="en-US" sz="2400" dirty="0" err="1"/>
              <a:t>Git</a:t>
            </a:r>
            <a:r>
              <a:rPr lang="en-US" sz="2400" dirty="0"/>
              <a:t> repo using </a:t>
            </a:r>
            <a:r>
              <a:rPr lang="en-US" sz="2400" smtClean="0"/>
              <a:t>Webstorm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395</TotalTime>
  <Words>120</Words>
  <Application>Microsoft Office PowerPoint</Application>
  <PresentationFormat>Widescreen</PresentationFormat>
  <Paragraphs>24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cloning a repo</vt:lpstr>
      <vt:lpstr>Clone GitHub repo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243</cp:revision>
  <dcterms:created xsi:type="dcterms:W3CDTF">2016-11-15T15:13:14Z</dcterms:created>
  <dcterms:modified xsi:type="dcterms:W3CDTF">2016-11-20T13:04:09Z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