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delete a file of GitHub repo using command line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edit a file of GitHub repo using </a:t>
            </a:r>
            <a:r>
              <a:rPr lang="en-US" sz="2000" dirty="0" smtClean="0"/>
              <a:t>Eclipse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delete a file of GitHub repo using command line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</a:t>
            </a:r>
            <a:r>
              <a:rPr lang="en-US" smtClean="0"/>
              <a:t>for </a:t>
            </a:r>
            <a:r>
              <a:rPr lang="en-US" smtClean="0"/>
              <a:t>deleting a </a:t>
            </a:r>
            <a:r>
              <a:rPr lang="en-US" dirty="0" smtClean="0"/>
              <a:t>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Delete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delete a file of GitHub repo </a:t>
            </a:r>
            <a:r>
              <a:rPr lang="en-US" sz="2400"/>
              <a:t>using </a:t>
            </a:r>
            <a:r>
              <a:rPr lang="en-US" sz="2400" smtClean="0"/>
              <a:t>Tortoise 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410</TotalTime>
  <Words>150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deleting a file of GitHub repo</vt:lpstr>
      <vt:lpstr>Delete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278</cp:revision>
  <dcterms:created xsi:type="dcterms:W3CDTF">2016-11-15T15:13:14Z</dcterms:created>
  <dcterms:modified xsi:type="dcterms:W3CDTF">2016-11-20T15:49:49Z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