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2"/>
  </p:sldMasterIdLst>
  <p:notesMasterIdLst>
    <p:notesMasterId r:id="rId9"/>
  </p:notesMasterIdLst>
  <p:sldIdLst>
    <p:sldId id="256" r:id="rId3"/>
    <p:sldId id="262" r:id="rId4"/>
    <p:sldId id="264" r:id="rId5"/>
    <p:sldId id="265" r:id="rId6"/>
    <p:sldId id="266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lcome" id="{E75E278A-FF0E-49A4-B170-79828D63BBAD}">
          <p14:sldIdLst>
            <p14:sldId id="256"/>
          </p14:sldIdLst>
        </p14:section>
        <p14:section name="Design, Impress, Work Together" id="{B9B51309-D148-4332-87C2-07BE32FBCA3B}">
          <p14:sldIdLst>
            <p14:sldId id="262"/>
            <p14:sldId id="264"/>
            <p14:sldId id="265"/>
            <p14:sldId id="266"/>
          </p14:sldIdLst>
        </p14:section>
        <p14:section name="Learn More" id="{2CC34DB2-6590-42C0-AD4B-A04C6060184E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742A"/>
    <a:srgbClr val="D2B4A6"/>
    <a:srgbClr val="734F29"/>
    <a:srgbClr val="D24726"/>
    <a:srgbClr val="DD462F"/>
    <a:srgbClr val="AEB785"/>
    <a:srgbClr val="EFD5A2"/>
    <a:srgbClr val="3B3026"/>
    <a:srgbClr val="ECE1CA"/>
    <a:srgbClr val="7955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280" autoAdjust="0"/>
  </p:normalViewPr>
  <p:slideViewPr>
    <p:cSldViewPr snapToGrid="0">
      <p:cViewPr varScale="1">
        <p:scale>
          <a:sx n="116" d="100"/>
          <a:sy n="116" d="100"/>
        </p:scale>
        <p:origin x="390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commentAuthors" Target="commentAuthors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13577B-6902-467D-A26C-08A0DD5E4E03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61EA0F-A667-4B49-8422-0062BC55E2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In </a:t>
            </a:r>
            <a:r>
              <a:rPr lang="en-US" baseline="0" dirty="0" smtClean="0"/>
              <a:t>Slide Show mode, click the arrow to enter the PowerPoint Getting Started Center.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1961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4866468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2061006"/>
            <a:ext cx="10515600" cy="2387600"/>
          </a:xfrm>
        </p:spPr>
        <p:txBody>
          <a:bodyPr anchor="b">
            <a:norm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2" y="5110609"/>
            <a:ext cx="6705599" cy="1137793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600"/>
              </a:spcBef>
              <a:buNone/>
              <a:defRPr sz="2800">
                <a:solidFill>
                  <a:srgbClr val="D24726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4866468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4434" y="0"/>
            <a:ext cx="10749367" cy="1208868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825625"/>
            <a:ext cx="4167753" cy="435133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Aft>
                <a:spcPts val="1200"/>
              </a:spcAft>
              <a:buNone/>
              <a:defRPr sz="1600">
                <a:solidFill>
                  <a:schemeClr val="bg1">
                    <a:lumMod val="50000"/>
                  </a:schemeClr>
                </a:solidFill>
              </a:defRPr>
            </a:lvl1pPr>
            <a:lvl2pPr>
              <a:lnSpc>
                <a:spcPct val="150000"/>
              </a:lnSpc>
              <a:spcAft>
                <a:spcPts val="1200"/>
              </a:spcAft>
              <a:defRPr sz="1400">
                <a:solidFill>
                  <a:schemeClr val="bg1">
                    <a:lumMod val="50000"/>
                  </a:schemeClr>
                </a:solidFill>
              </a:defRPr>
            </a:lvl2pPr>
            <a:lvl3pPr>
              <a:lnSpc>
                <a:spcPct val="150000"/>
              </a:lnSpc>
              <a:spcAft>
                <a:spcPts val="1200"/>
              </a:spcAft>
              <a:defRPr sz="1200">
                <a:solidFill>
                  <a:schemeClr val="bg1">
                    <a:lumMod val="50000"/>
                  </a:schemeClr>
                </a:solidFill>
              </a:defRPr>
            </a:lvl3pPr>
            <a:lvl4pPr>
              <a:lnSpc>
                <a:spcPct val="150000"/>
              </a:lnSpc>
              <a:spcAft>
                <a:spcPts val="1200"/>
              </a:spcAft>
              <a:defRPr sz="1100">
                <a:solidFill>
                  <a:schemeClr val="bg1">
                    <a:lumMod val="50000"/>
                  </a:schemeClr>
                </a:solidFill>
              </a:defRPr>
            </a:lvl4pPr>
            <a:lvl5pPr>
              <a:lnSpc>
                <a:spcPct val="150000"/>
              </a:lnSpc>
              <a:spcAft>
                <a:spcPts val="1200"/>
              </a:spcAft>
              <a:defRPr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5656882" y="1709738"/>
            <a:ext cx="6535119" cy="357518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1" y="2402238"/>
            <a:ext cx="4508715" cy="2187227"/>
          </a:xfrm>
        </p:spPr>
        <p:txBody>
          <a:bodyPr anchor="ctr">
            <a:noAutofit/>
          </a:bodyPr>
          <a:lstStyle>
            <a:lvl1pPr algn="l">
              <a:defRPr sz="4800">
                <a:solidFill>
                  <a:srgbClr val="D24726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3308" y="2402237"/>
            <a:ext cx="5269424" cy="2187226"/>
          </a:xfrm>
        </p:spPr>
        <p:txBody>
          <a:bodyPr anchor="ctr">
            <a:normAutofit/>
          </a:bodyPr>
          <a:lstStyle>
            <a:lvl1pPr marL="0" indent="0">
              <a:lnSpc>
                <a:spcPct val="150000"/>
              </a:lnSpc>
              <a:buNone/>
              <a:defRPr sz="28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5656882" y="1709738"/>
            <a:ext cx="6535119" cy="357518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328223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737851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1489075"/>
            <a:ext cx="5156200" cy="641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1851" y="2193927"/>
            <a:ext cx="5156200" cy="397827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9664" y="1489075"/>
            <a:ext cx="5157787" cy="641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9664" y="2193927"/>
            <a:ext cx="5157787" cy="397827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606029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00814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432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193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095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596921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95346" y="0"/>
            <a:ext cx="2096655" cy="68580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215419" y="365125"/>
            <a:ext cx="1819564" cy="5811838"/>
          </a:xfrm>
        </p:spPr>
        <p:txBody>
          <a:bodyPr vert="eaVert"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10095346" y="0"/>
            <a:ext cx="2096655" cy="68580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302266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7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Welcome to Hello World Series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2" y="5110609"/>
            <a:ext cx="8719866" cy="1137793"/>
          </a:xfrm>
        </p:spPr>
        <p:txBody>
          <a:bodyPr>
            <a:normAutofit/>
          </a:bodyPr>
          <a:lstStyle/>
          <a:p>
            <a:r>
              <a:rPr lang="en-US" dirty="0" smtClean="0"/>
              <a:t>How </a:t>
            </a:r>
            <a:r>
              <a:rPr lang="en-US" dirty="0"/>
              <a:t>to create a remote repo on GitHub from GitHub</a:t>
            </a:r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 last tutorial...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r>
              <a:rPr lang="en-US" sz="2000" dirty="0" smtClean="0"/>
              <a:t>We discussed – </a:t>
            </a:r>
            <a:r>
              <a:rPr lang="en-US" sz="2000" dirty="0"/>
              <a:t>How to initialize </a:t>
            </a:r>
            <a:r>
              <a:rPr lang="en-US" sz="2000" dirty="0" err="1"/>
              <a:t>git</a:t>
            </a:r>
            <a:r>
              <a:rPr lang="en-US" sz="2000" dirty="0"/>
              <a:t> repository using command line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090733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 this tutorial...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r>
              <a:rPr lang="en-US" sz="2000" dirty="0" smtClean="0"/>
              <a:t>We will see, </a:t>
            </a:r>
            <a:r>
              <a:rPr lang="en-US" sz="2000" dirty="0"/>
              <a:t>How to initialize </a:t>
            </a:r>
            <a:r>
              <a:rPr lang="en-US" sz="2000" dirty="0" err="1"/>
              <a:t>git</a:t>
            </a:r>
            <a:r>
              <a:rPr lang="en-US" sz="2000" dirty="0"/>
              <a:t> repository using Tortoise </a:t>
            </a:r>
            <a:r>
              <a:rPr lang="en-US" sz="2000" dirty="0" err="1"/>
              <a:t>Git</a:t>
            </a:r>
            <a:endParaRPr lang="en-US" sz="2000" b="1" dirty="0"/>
          </a:p>
        </p:txBody>
      </p:sp>
      <p:pic>
        <p:nvPicPr>
          <p:cNvPr id="1028" name="Picture 4" descr="http://www.helloworldseries.com/wp-content/uploads/2016/10/img_58120958983a4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2665" y="9495700"/>
            <a:ext cx="1008237" cy="589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2471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Pre-requisites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smtClean="0"/>
              <a:t>Git</a:t>
            </a:r>
            <a:r>
              <a:rPr lang="en-US" sz="2000" dirty="0" smtClean="0"/>
              <a:t> </a:t>
            </a:r>
            <a:r>
              <a:rPr lang="en-US" sz="2000" dirty="0" smtClean="0"/>
              <a:t>Bash is installed.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Tortoise </a:t>
            </a:r>
            <a:r>
              <a:rPr lang="en-US" sz="2000" dirty="0" err="1" smtClean="0"/>
              <a:t>Git</a:t>
            </a:r>
            <a:r>
              <a:rPr lang="en-US" sz="2000" dirty="0" smtClean="0"/>
              <a:t> is installed (Tortoise needs </a:t>
            </a:r>
            <a:r>
              <a:rPr lang="en-US" sz="2000" dirty="0" err="1" smtClean="0"/>
              <a:t>Git</a:t>
            </a:r>
            <a:r>
              <a:rPr lang="en-US" sz="2000" dirty="0" smtClean="0"/>
              <a:t> Bash to be installed as well)</a:t>
            </a:r>
          </a:p>
        </p:txBody>
      </p:sp>
    </p:spTree>
    <p:extLst>
      <p:ext uri="{BB962C8B-B14F-4D97-AF65-F5344CB8AC3E}">
        <p14:creationId xmlns:p14="http://schemas.microsoft.com/office/powerpoint/2010/main" val="2862250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Create blank repository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791528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Coming up Next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28267" y="2402237"/>
            <a:ext cx="5859506" cy="2187226"/>
          </a:xfrm>
        </p:spPr>
        <p:txBody>
          <a:bodyPr>
            <a:noAutofit/>
          </a:bodyPr>
          <a:lstStyle/>
          <a:p>
            <a:r>
              <a:rPr lang="en-US" sz="2400" dirty="0"/>
              <a:t>How to initialize </a:t>
            </a:r>
            <a:r>
              <a:rPr lang="en-US" sz="2400" dirty="0" err="1"/>
              <a:t>git</a:t>
            </a:r>
            <a:r>
              <a:rPr lang="en-US" sz="2400" dirty="0"/>
              <a:t> repository using </a:t>
            </a:r>
            <a:r>
              <a:rPr lang="en-US" sz="2400" dirty="0" err="1"/>
              <a:t>Git</a:t>
            </a:r>
            <a:r>
              <a:rPr lang="en-US" sz="2400"/>
              <a:t> GUI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31750212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elcome to PowerPoint.potx" id="{43699C43-EC89-4A55-9A99-3FD944590577}" vid="{3C36ED3A-1C33-4ECB-8650-37D568EF454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C3DEC53A-9DF1-4780-BE92-17E971B7A9E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Welcome to PowerPoint</Template>
  <TotalTime>347</TotalTime>
  <Words>99</Words>
  <Application>Microsoft Office PowerPoint</Application>
  <PresentationFormat>Widescreen</PresentationFormat>
  <Paragraphs>15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Segoe UI</vt:lpstr>
      <vt:lpstr>Segoe UI Light</vt:lpstr>
      <vt:lpstr>WelcomeDoc</vt:lpstr>
      <vt:lpstr>Welcome to Hello World Series</vt:lpstr>
      <vt:lpstr>In last tutorial...</vt:lpstr>
      <vt:lpstr>In this tutorial...</vt:lpstr>
      <vt:lpstr>Pre-requisites</vt:lpstr>
      <vt:lpstr>Create blank repository</vt:lpstr>
      <vt:lpstr>Coming up Next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Hello World Series</dc:title>
  <dc:creator>Neha</dc:creator>
  <cp:keywords/>
  <cp:lastModifiedBy>Neha</cp:lastModifiedBy>
  <cp:revision>182</cp:revision>
  <dcterms:created xsi:type="dcterms:W3CDTF">2016-11-15T15:13:14Z</dcterms:created>
  <dcterms:modified xsi:type="dcterms:W3CDTF">2016-11-20T11:02:42Z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TC029239449991</vt:lpwstr>
  </property>
</Properties>
</file>