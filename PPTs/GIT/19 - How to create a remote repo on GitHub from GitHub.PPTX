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1"/>
  </p:notesMasterIdLst>
  <p:sldIdLst>
    <p:sldId id="256" r:id="rId3"/>
    <p:sldId id="271" r:id="rId4"/>
    <p:sldId id="262" r:id="rId5"/>
    <p:sldId id="264" r:id="rId6"/>
    <p:sldId id="265" r:id="rId7"/>
    <p:sldId id="270" r:id="rId8"/>
    <p:sldId id="269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71"/>
            <p14:sldId id="262"/>
            <p14:sldId id="264"/>
            <p14:sldId id="265"/>
            <p14:sldId id="270"/>
            <p14:sldId id="269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create a remote repo on GitHub from GitHub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</a:t>
            </a:r>
            <a:r>
              <a:rPr lang="en-US" sz="2000" dirty="0" smtClean="0"/>
              <a:t>don’t have much time to execute/debug commands.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Anyways, I don’t know much of the commands stuff also.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Want to create GitHub repo </a:t>
            </a:r>
            <a:r>
              <a:rPr lang="en-US" sz="2000" dirty="0" smtClean="0"/>
              <a:t>through GitHub.com and not </a:t>
            </a:r>
            <a:r>
              <a:rPr lang="en-US" sz="2000" smtClean="0"/>
              <a:t>from command line.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235435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How to create GitHub using commands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How to create remote repo on GitHub from GitHub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account </a:t>
            </a:r>
            <a:r>
              <a:rPr lang="en-US" sz="2000" smtClean="0"/>
              <a:t>is created.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Login to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39194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13897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initialize </a:t>
            </a:r>
            <a:r>
              <a:rPr lang="en-US" sz="2400" dirty="0" err="1"/>
              <a:t>git</a:t>
            </a:r>
            <a:r>
              <a:rPr lang="en-US" sz="2400" dirty="0"/>
              <a:t> repository using command line</a:t>
            </a:r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344</TotalTime>
  <Words>122</Words>
  <Application>Microsoft Office PowerPoint</Application>
  <PresentationFormat>Widescreen</PresentationFormat>
  <Paragraphs>19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last tutorial...</vt:lpstr>
      <vt:lpstr>In this tutorial...</vt:lpstr>
      <vt:lpstr>Pre-requisite(s)</vt:lpstr>
      <vt:lpstr>Login to GitHub</vt:lpstr>
      <vt:lpstr>Create repository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176</cp:revision>
  <dcterms:created xsi:type="dcterms:W3CDTF">2016-11-15T15:13:14Z</dcterms:created>
  <dcterms:modified xsi:type="dcterms:W3CDTF">2016-11-22T02:12:38Z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