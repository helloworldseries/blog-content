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rename a file in </a:t>
            </a:r>
            <a:r>
              <a:rPr lang="en-US" dirty="0" err="1"/>
              <a:t>git</a:t>
            </a:r>
            <a:r>
              <a:rPr lang="en-US"/>
              <a:t> using command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</a:t>
            </a:r>
            <a:r>
              <a:rPr lang="en-US" sz="2000" dirty="0" smtClean="0"/>
              <a:t>delete a </a:t>
            </a:r>
            <a:r>
              <a:rPr lang="en-US" sz="2000" dirty="0"/>
              <a:t>file of GitHub repo using </a:t>
            </a:r>
            <a:r>
              <a:rPr lang="en-US" sz="2000" dirty="0" smtClean="0"/>
              <a:t>Eclipse</a:t>
            </a:r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</a:t>
            </a:r>
            <a:r>
              <a:rPr lang="en-US" sz="2000" dirty="0" smtClean="0"/>
              <a:t>rename a </a:t>
            </a:r>
            <a:r>
              <a:rPr lang="en-US" sz="2000" dirty="0"/>
              <a:t>file of </a:t>
            </a:r>
            <a:r>
              <a:rPr lang="en-US" sz="2000" dirty="0" smtClean="0"/>
              <a:t>GIT using 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</a:t>
            </a:r>
            <a:r>
              <a:rPr lang="en-US" sz="2000" dirty="0" smtClean="0"/>
              <a:t>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</a:t>
            </a:r>
            <a:r>
              <a:rPr lang="en-US" dirty="0" smtClean="0"/>
              <a:t>rename a </a:t>
            </a:r>
            <a:r>
              <a:rPr lang="en-US" dirty="0" smtClean="0"/>
              <a:t>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Bash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Rename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Rename a </a:t>
            </a:r>
            <a:r>
              <a:rPr lang="en-US" dirty="0" smtClean="0"/>
              <a:t>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rename a file in </a:t>
            </a:r>
            <a:r>
              <a:rPr lang="en-US" sz="2400" dirty="0" err="1"/>
              <a:t>git</a:t>
            </a:r>
            <a:r>
              <a:rPr lang="en-US" sz="2400" dirty="0"/>
              <a:t> using Tortoise </a:t>
            </a:r>
            <a:r>
              <a:rPr lang="en-US" sz="2400" dirty="0" err="1"/>
              <a:t>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413</TotalTime>
  <Words>148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rename a file of GitHub repo</vt:lpstr>
      <vt:lpstr>Rename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289</cp:revision>
  <dcterms:created xsi:type="dcterms:W3CDTF">2016-11-15T15:13:14Z</dcterms:created>
  <dcterms:modified xsi:type="dcterms:W3CDTF">2016-11-22T00:14:45Z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