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6"/>
  </p:notesMasterIdLst>
  <p:sldIdLst>
    <p:sldId id="256" r:id="rId3"/>
    <p:sldId id="262" r:id="rId4"/>
    <p:sldId id="264" r:id="rId5"/>
    <p:sldId id="26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75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6"/>
            <p14:sldId id="277"/>
            <p14:sldId id="278"/>
            <p14:sldId id="279"/>
            <p14:sldId id="280"/>
            <p14:sldId id="281"/>
            <p14:sldId id="282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80" autoAdjust="0"/>
  </p:normalViewPr>
  <p:slideViewPr>
    <p:cSldViewPr snapToGrid="0">
      <p:cViewPr>
        <p:scale>
          <a:sx n="75" d="100"/>
          <a:sy n="75" d="100"/>
        </p:scale>
        <p:origin x="974" y="38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Centralized Version Control Systems 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</a:t>
            </a:r>
            <a:r>
              <a:rPr lang="en-US" sz="2000" dirty="0" smtClean="0"/>
              <a:t>- what is Centralized Version Control Systems?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 smtClean="0"/>
              <a:t>How do Centralized </a:t>
            </a:r>
            <a:r>
              <a:rPr lang="en-US" sz="2000" dirty="0" smtClean="0"/>
              <a:t>Version </a:t>
            </a:r>
            <a:r>
              <a:rPr lang="en-US" sz="2000" dirty="0" smtClean="0"/>
              <a:t>Control Systems work.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Centralized Version Control Systems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/>
              <a:t>Centralized version control systems are based on the idea that there is a single “central” copy of your project somewhere </a:t>
            </a:r>
            <a:r>
              <a:rPr lang="en-US" sz="2000" dirty="0" smtClean="0"/>
              <a:t>(SVN </a:t>
            </a:r>
            <a:r>
              <a:rPr lang="en-US" sz="2000" dirty="0"/>
              <a:t>Repo Server), and developers will “commit” their changes to this central copy.</a:t>
            </a: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897" y="3386667"/>
            <a:ext cx="1024956" cy="1396925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6504950" y="4127620"/>
            <a:ext cx="646476" cy="36712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182" y="4124709"/>
            <a:ext cx="912891" cy="927213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4567800" y="4124709"/>
            <a:ext cx="699587" cy="32754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976" y="4113737"/>
            <a:ext cx="912891" cy="93818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088" y="5394882"/>
            <a:ext cx="906765" cy="938185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5984632" y="4834726"/>
            <a:ext cx="25342" cy="50902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00135" y="3853635"/>
            <a:ext cx="1024956" cy="376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Central</a:t>
            </a:r>
          </a:p>
          <a:p>
            <a:pPr algn="ctr"/>
            <a:r>
              <a:rPr lang="en-US" sz="14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SVN Repo</a:t>
            </a:r>
            <a:endParaRPr lang="en-US" sz="1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342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Version Control Systems </a:t>
            </a:r>
            <a:r>
              <a:rPr lang="en-US" dirty="0" smtClean="0"/>
              <a:t>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Pull changes from Central SVN repo 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Make changes to pulled copy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Push changes to </a:t>
            </a:r>
            <a:r>
              <a:rPr lang="en-US" sz="2000" dirty="0"/>
              <a:t>Central SVN repo 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82" y="1599682"/>
            <a:ext cx="589604" cy="7936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52751" y="1825760"/>
            <a:ext cx="88566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Central</a:t>
            </a:r>
          </a:p>
          <a:p>
            <a:pPr algn="ctr"/>
            <a:r>
              <a:rPr lang="en-US" sz="1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SVN</a:t>
            </a:r>
            <a:r>
              <a:rPr lang="en-US" sz="4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en-US" sz="1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Repo</a:t>
            </a:r>
            <a:endParaRPr lang="en-US" sz="1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6102097" y="1979196"/>
            <a:ext cx="298685" cy="1352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82" y="3021841"/>
            <a:ext cx="589604" cy="79360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52751" y="3247919"/>
            <a:ext cx="885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Central</a:t>
            </a:r>
          </a:p>
          <a:p>
            <a:pPr algn="ctr"/>
            <a:r>
              <a:rPr lang="en-US" sz="1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SVN</a:t>
            </a:r>
            <a:r>
              <a:rPr lang="en-US" sz="4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en-US" sz="1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Repo</a:t>
            </a:r>
            <a:endParaRPr lang="en-US" sz="1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6102097" y="3401355"/>
            <a:ext cx="298685" cy="135256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002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b="1" u="sng" dirty="0" smtClean="0"/>
              <a:t>C</a:t>
            </a:r>
            <a:r>
              <a:rPr lang="en-US" dirty="0" smtClean="0"/>
              <a:t>entralized </a:t>
            </a:r>
            <a:r>
              <a:rPr lang="en-US" b="1" u="sng" dirty="0"/>
              <a:t>V</a:t>
            </a:r>
            <a:r>
              <a:rPr lang="en-US" dirty="0"/>
              <a:t>ersion </a:t>
            </a:r>
            <a:r>
              <a:rPr lang="en-US" b="1" u="sng" dirty="0"/>
              <a:t>C</a:t>
            </a:r>
            <a:r>
              <a:rPr lang="en-US" dirty="0"/>
              <a:t>ontrol </a:t>
            </a:r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Its is much simpler to </a:t>
            </a:r>
            <a:r>
              <a:rPr lang="en-US" sz="2000" dirty="0"/>
              <a:t>learn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Easy to create</a:t>
            </a:r>
            <a:r>
              <a:rPr lang="en-US" sz="2000" dirty="0"/>
              <a:t>, commit and </a:t>
            </a:r>
            <a:r>
              <a:rPr lang="en-US" sz="2000" dirty="0" smtClean="0"/>
              <a:t>checkout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Many tools are available to perform all CVCS tasks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1766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</a:t>
            </a:r>
            <a:r>
              <a:rPr lang="en-US" b="1" u="sng" dirty="0" smtClean="0"/>
              <a:t>C</a:t>
            </a:r>
            <a:r>
              <a:rPr lang="en-US" dirty="0" smtClean="0"/>
              <a:t>entralized </a:t>
            </a:r>
            <a:r>
              <a:rPr lang="en-US" b="1" u="sng" dirty="0"/>
              <a:t>V</a:t>
            </a:r>
            <a:r>
              <a:rPr lang="en-US" dirty="0"/>
              <a:t>ersion </a:t>
            </a:r>
            <a:r>
              <a:rPr lang="en-US" b="1" u="sng" dirty="0"/>
              <a:t>C</a:t>
            </a:r>
            <a:r>
              <a:rPr lang="en-US" dirty="0"/>
              <a:t>ontrol </a:t>
            </a:r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Single point of </a:t>
            </a:r>
            <a:r>
              <a:rPr lang="en-US" sz="2000" dirty="0" smtClean="0"/>
              <a:t>failure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8917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</a:t>
            </a:r>
            <a:r>
              <a:rPr lang="en-US" b="1" u="sng" dirty="0" smtClean="0"/>
              <a:t>C</a:t>
            </a:r>
            <a:r>
              <a:rPr lang="en-US" dirty="0" smtClean="0"/>
              <a:t>entralized </a:t>
            </a:r>
            <a:r>
              <a:rPr lang="en-US" b="1" u="sng" dirty="0"/>
              <a:t>V</a:t>
            </a:r>
            <a:r>
              <a:rPr lang="en-US" dirty="0"/>
              <a:t>ersion </a:t>
            </a:r>
            <a:r>
              <a:rPr lang="en-US" b="1" u="sng" dirty="0"/>
              <a:t>C</a:t>
            </a:r>
            <a:r>
              <a:rPr lang="en-US" dirty="0"/>
              <a:t>ontrol </a:t>
            </a:r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Remote </a:t>
            </a:r>
            <a:r>
              <a:rPr lang="en-US" sz="2000" dirty="0"/>
              <a:t>commits are </a:t>
            </a:r>
            <a:r>
              <a:rPr lang="en-US" sz="2000" dirty="0" smtClean="0"/>
              <a:t>slow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12288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</a:t>
            </a:r>
            <a:r>
              <a:rPr lang="en-US" b="1" u="sng" dirty="0" smtClean="0"/>
              <a:t>C</a:t>
            </a:r>
            <a:r>
              <a:rPr lang="en-US" dirty="0" smtClean="0"/>
              <a:t>entralized </a:t>
            </a:r>
            <a:r>
              <a:rPr lang="en-US" b="1" u="sng" dirty="0"/>
              <a:t>V</a:t>
            </a:r>
            <a:r>
              <a:rPr lang="en-US" dirty="0"/>
              <a:t>ersion </a:t>
            </a:r>
            <a:r>
              <a:rPr lang="en-US" b="1" u="sng" dirty="0"/>
              <a:t>C</a:t>
            </a:r>
            <a:r>
              <a:rPr lang="en-US" dirty="0"/>
              <a:t>ontrol </a:t>
            </a:r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Need </a:t>
            </a:r>
            <a:r>
              <a:rPr lang="en-US" sz="2000" dirty="0"/>
              <a:t>to be in network to commit any </a:t>
            </a:r>
            <a:r>
              <a:rPr lang="en-US" sz="2000" dirty="0" smtClean="0"/>
              <a:t>change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08806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</a:t>
            </a:r>
            <a:r>
              <a:rPr lang="en-US" b="1" u="sng" dirty="0" smtClean="0"/>
              <a:t>C</a:t>
            </a:r>
            <a:r>
              <a:rPr lang="en-US" dirty="0" smtClean="0"/>
              <a:t>entralized </a:t>
            </a:r>
            <a:r>
              <a:rPr lang="en-US" b="1" u="sng" dirty="0"/>
              <a:t>V</a:t>
            </a:r>
            <a:r>
              <a:rPr lang="en-US" dirty="0"/>
              <a:t>ersion </a:t>
            </a:r>
            <a:r>
              <a:rPr lang="en-US" b="1" u="sng" dirty="0"/>
              <a:t>C</a:t>
            </a:r>
            <a:r>
              <a:rPr lang="en-US" dirty="0"/>
              <a:t>ontrol </a:t>
            </a:r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Merging </a:t>
            </a:r>
            <a:r>
              <a:rPr lang="en-US" sz="2000" dirty="0"/>
              <a:t>is not </a:t>
            </a:r>
            <a:r>
              <a:rPr lang="en-US" sz="2000" dirty="0" smtClean="0"/>
              <a:t>easy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73601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</a:t>
            </a:r>
            <a:r>
              <a:rPr lang="en-US" b="1" u="sng" dirty="0" smtClean="0"/>
              <a:t>C</a:t>
            </a:r>
            <a:r>
              <a:rPr lang="en-US" dirty="0" smtClean="0"/>
              <a:t>entralized </a:t>
            </a:r>
            <a:r>
              <a:rPr lang="en-US" b="1" u="sng" dirty="0"/>
              <a:t>V</a:t>
            </a:r>
            <a:r>
              <a:rPr lang="en-US" dirty="0"/>
              <a:t>ersion </a:t>
            </a:r>
            <a:r>
              <a:rPr lang="en-US" b="1" u="sng" dirty="0"/>
              <a:t>C</a:t>
            </a:r>
            <a:r>
              <a:rPr lang="en-US" dirty="0"/>
              <a:t>ontrol </a:t>
            </a:r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Downtime </a:t>
            </a:r>
            <a:r>
              <a:rPr lang="en-US" sz="2000" dirty="0"/>
              <a:t>could prove costly</a:t>
            </a:r>
          </a:p>
        </p:txBody>
      </p:sp>
    </p:spTree>
    <p:extLst>
      <p:ext uri="{BB962C8B-B14F-4D97-AF65-F5344CB8AC3E}">
        <p14:creationId xmlns:p14="http://schemas.microsoft.com/office/powerpoint/2010/main" val="2524881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we overcome these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3404870"/>
            <a:ext cx="10560974" cy="600202"/>
          </a:xfrm>
        </p:spPr>
        <p:txBody>
          <a:bodyPr>
            <a:normAutofit/>
          </a:bodyPr>
          <a:lstStyle/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Watch next tutorial for the </a:t>
            </a:r>
            <a:r>
              <a:rPr lang="en-US" sz="2000" b="1" i="1" dirty="0" smtClean="0">
                <a:solidFill>
                  <a:srgbClr val="FF0000"/>
                </a:solidFill>
              </a:rPr>
              <a:t>this…</a:t>
            </a:r>
            <a:endParaRPr lang="en-US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5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Distributed Version Control Systems work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175</TotalTime>
  <Words>242</Words>
  <Application>Microsoft Office PowerPoint</Application>
  <PresentationFormat>Widescreen</PresentationFormat>
  <Paragraphs>39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How Centralized Version Control Systems work</vt:lpstr>
      <vt:lpstr>Centralized Version Control Systems workflow</vt:lpstr>
      <vt:lpstr>Why Centralized Version Control System</vt:lpstr>
      <vt:lpstr>Problems with Centralized Version Control System</vt:lpstr>
      <vt:lpstr>Problems with Centralized Version Control System</vt:lpstr>
      <vt:lpstr>Problems with Centralized Version Control System</vt:lpstr>
      <vt:lpstr>Problems with Centralized Version Control System</vt:lpstr>
      <vt:lpstr>Problems with Centralized Version Control System</vt:lpstr>
      <vt:lpstr>Can we overcome these problems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92</cp:revision>
  <dcterms:created xsi:type="dcterms:W3CDTF">2016-11-15T15:13:14Z</dcterms:created>
  <dcterms:modified xsi:type="dcterms:W3CDTF">2016-11-19T10:27:41Z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