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8"/>
  </p:notesMasterIdLst>
  <p:sldIdLst>
    <p:sldId id="256" r:id="rId3"/>
    <p:sldId id="274" r:id="rId4"/>
    <p:sldId id="264" r:id="rId5"/>
    <p:sldId id="265" r:id="rId6"/>
    <p:sldId id="27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Impress, Work Together" id="{B9B51309-D148-4332-87C2-07BE32FBCA3B}">
          <p14:sldIdLst>
            <p14:sldId id="274"/>
            <p14:sldId id="264"/>
            <p14:sldId id="265"/>
            <p14:sldId id="273"/>
          </p14:sldIdLst>
        </p14:section>
        <p14:section name="Learn More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742A"/>
    <a:srgbClr val="D2B4A6"/>
    <a:srgbClr val="734F29"/>
    <a:srgbClr val="D24726"/>
    <a:srgbClr val="DD462F"/>
    <a:srgbClr val="AEB785"/>
    <a:srgbClr val="EFD5A2"/>
    <a:srgbClr val="3B3026"/>
    <a:srgbClr val="ECE1CA"/>
    <a:srgbClr val="7955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80" autoAdjust="0"/>
  </p:normalViewPr>
  <p:slideViewPr>
    <p:cSldViewPr snapToGrid="0">
      <p:cViewPr varScale="1">
        <p:scale>
          <a:sx n="89" d="100"/>
          <a:sy n="89" d="100"/>
        </p:scale>
        <p:origin x="466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Welcome to Hello World Series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8719866" cy="1137793"/>
          </a:xfrm>
        </p:spPr>
        <p:txBody>
          <a:bodyPr>
            <a:normAutofit/>
          </a:bodyPr>
          <a:lstStyle/>
          <a:p>
            <a:r>
              <a:rPr lang="en-US" dirty="0" smtClean="0"/>
              <a:t>How </a:t>
            </a:r>
            <a:r>
              <a:rPr lang="en-US" dirty="0"/>
              <a:t>to find out </a:t>
            </a:r>
            <a:r>
              <a:rPr lang="en-US" dirty="0" smtClean="0"/>
              <a:t>GitHub </a:t>
            </a:r>
            <a:r>
              <a:rPr lang="en-US" dirty="0"/>
              <a:t>repository URL</a:t>
            </a: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I know, that there is a GIT repo, but I am not sure, what is the URL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GIT repo URL is the first information, you need to know to start any GIT operation from your </a:t>
            </a:r>
            <a:r>
              <a:rPr lang="en-US" sz="2000" smtClean="0"/>
              <a:t>local machine.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290624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this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will see, </a:t>
            </a:r>
            <a:r>
              <a:rPr lang="en-US" sz="2000" dirty="0"/>
              <a:t>How to find out GitHub repository URL</a:t>
            </a:r>
          </a:p>
        </p:txBody>
      </p:sp>
      <p:pic>
        <p:nvPicPr>
          <p:cNvPr id="1028" name="Picture 4" descr="http://www.helloworldseries.com/wp-content/uploads/2016/10/img_58120958983a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2665" y="9495700"/>
            <a:ext cx="1008237" cy="589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471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Pre-requisites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GitHub </a:t>
            </a:r>
            <a:r>
              <a:rPr lang="en-US" sz="2000" dirty="0"/>
              <a:t>account is created.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A repository is created on GitHub.</a:t>
            </a:r>
          </a:p>
        </p:txBody>
      </p:sp>
    </p:spTree>
    <p:extLst>
      <p:ext uri="{BB962C8B-B14F-4D97-AF65-F5344CB8AC3E}">
        <p14:creationId xmlns:p14="http://schemas.microsoft.com/office/powerpoint/2010/main" val="286225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Find repo URL from GitHub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  <p:grpSp>
        <p:nvGrpSpPr>
          <p:cNvPr id="37" name="Group 36"/>
          <p:cNvGrpSpPr/>
          <p:nvPr/>
        </p:nvGrpSpPr>
        <p:grpSpPr>
          <a:xfrm>
            <a:off x="4087424" y="3344562"/>
            <a:ext cx="1038822" cy="609537"/>
            <a:chOff x="7460" y="0"/>
            <a:chExt cx="4459722" cy="1136864"/>
          </a:xfrm>
        </p:grpSpPr>
        <p:sp>
          <p:nvSpPr>
            <p:cNvPr id="38" name="Chevron 37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9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GitHub account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5055797" y="3344561"/>
            <a:ext cx="1038822" cy="609537"/>
            <a:chOff x="7460" y="0"/>
            <a:chExt cx="4459722" cy="1136864"/>
          </a:xfrm>
        </p:grpSpPr>
        <p:sp>
          <p:nvSpPr>
            <p:cNvPr id="41" name="Chevron 40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2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GitHub repo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6029314" y="3344560"/>
            <a:ext cx="1091761" cy="609537"/>
            <a:chOff x="-219810" y="0"/>
            <a:chExt cx="4686992" cy="1136864"/>
          </a:xfrm>
        </p:grpSpPr>
        <p:sp>
          <p:nvSpPr>
            <p:cNvPr id="47" name="Chevron 46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8" name="Chevron 4"/>
            <p:cNvSpPr/>
            <p:nvPr/>
          </p:nvSpPr>
          <p:spPr>
            <a:xfrm>
              <a:off x="-219810" y="0"/>
              <a:ext cx="4686992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Find URL</a:t>
              </a:r>
              <a:endParaRPr lang="en-US" sz="900" dirty="0"/>
            </a:p>
          </p:txBody>
        </p:sp>
      </p:grpSp>
      <p:sp>
        <p:nvSpPr>
          <p:cNvPr id="60" name="Rectangle 59"/>
          <p:cNvSpPr/>
          <p:nvPr/>
        </p:nvSpPr>
        <p:spPr>
          <a:xfrm>
            <a:off x="3204538" y="3954097"/>
            <a:ext cx="376961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Pre-requisites</a:t>
            </a:r>
          </a:p>
        </p:txBody>
      </p:sp>
    </p:spTree>
    <p:extLst>
      <p:ext uri="{BB962C8B-B14F-4D97-AF65-F5344CB8AC3E}">
        <p14:creationId xmlns:p14="http://schemas.microsoft.com/office/powerpoint/2010/main" val="36083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436</TotalTime>
  <Words>97</Words>
  <Application>Microsoft Office PowerPoint</Application>
  <PresentationFormat>Widescreen</PresentationFormat>
  <Paragraphs>16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Segoe UI</vt:lpstr>
      <vt:lpstr>Segoe UI Light</vt:lpstr>
      <vt:lpstr>WelcomeDoc</vt:lpstr>
      <vt:lpstr>Welcome to Hello World Series</vt:lpstr>
      <vt:lpstr>Problem statement</vt:lpstr>
      <vt:lpstr>In this tutorial...</vt:lpstr>
      <vt:lpstr>Pre-requisites</vt:lpstr>
      <vt:lpstr>Find repo URL from GitHub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Hello World Series</dc:title>
  <dc:creator>Neha</dc:creator>
  <cp:keywords/>
  <cp:lastModifiedBy>Neha</cp:lastModifiedBy>
  <cp:revision>339</cp:revision>
  <dcterms:created xsi:type="dcterms:W3CDTF">2016-11-15T15:13:14Z</dcterms:created>
  <dcterms:modified xsi:type="dcterms:W3CDTF">2016-11-23T00:40:59Z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TC029239449991</vt:lpwstr>
  </property>
</Properties>
</file>