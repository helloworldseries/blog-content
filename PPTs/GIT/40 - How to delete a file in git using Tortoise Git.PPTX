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2"/>
  </p:sldMasterIdLst>
  <p:notesMasterIdLst>
    <p:notesMasterId r:id="rId12"/>
  </p:notesMasterIdLst>
  <p:sldIdLst>
    <p:sldId id="256" r:id="rId3"/>
    <p:sldId id="262" r:id="rId4"/>
    <p:sldId id="264" r:id="rId5"/>
    <p:sldId id="265" r:id="rId6"/>
    <p:sldId id="273" r:id="rId7"/>
    <p:sldId id="266" r:id="rId8"/>
    <p:sldId id="274" r:id="rId9"/>
    <p:sldId id="275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</p14:sldIdLst>
        </p14:section>
        <p14:section name="Design, Impress, Work Together" id="{B9B51309-D148-4332-87C2-07BE32FBCA3B}">
          <p14:sldIdLst>
            <p14:sldId id="262"/>
            <p14:sldId id="264"/>
            <p14:sldId id="265"/>
            <p14:sldId id="273"/>
            <p14:sldId id="266"/>
            <p14:sldId id="274"/>
            <p14:sldId id="275"/>
          </p14:sldIdLst>
        </p14:section>
        <p14:section name="Learn More" id="{2CC34DB2-6590-42C0-AD4B-A04C6060184E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742A"/>
    <a:srgbClr val="D2B4A6"/>
    <a:srgbClr val="734F29"/>
    <a:srgbClr val="D24726"/>
    <a:srgbClr val="DD462F"/>
    <a:srgbClr val="AEB785"/>
    <a:srgbClr val="EFD5A2"/>
    <a:srgbClr val="3B3026"/>
    <a:srgbClr val="ECE1CA"/>
    <a:srgbClr val="7955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80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commentAuthors" Target="commentAuthor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1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In </a:t>
            </a:r>
            <a:r>
              <a:rPr lang="en-US" baseline="0" dirty="0" smtClean="0"/>
              <a:t>Slide Show mode, click the arrow to enter the PowerPoint Getting Started Center.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96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11/20/2016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Welcome to Hello World Series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8719866" cy="1137793"/>
          </a:xfrm>
        </p:spPr>
        <p:txBody>
          <a:bodyPr>
            <a:normAutofit/>
          </a:bodyPr>
          <a:lstStyle/>
          <a:p>
            <a:r>
              <a:rPr lang="en-US" dirty="0"/>
              <a:t>How to delete a file in </a:t>
            </a:r>
            <a:r>
              <a:rPr lang="en-US" dirty="0" err="1"/>
              <a:t>git</a:t>
            </a:r>
            <a:r>
              <a:rPr lang="en-US" dirty="0"/>
              <a:t> using Tortoise </a:t>
            </a:r>
            <a:r>
              <a:rPr lang="en-US" dirty="0" err="1"/>
              <a:t>Git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last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discussed – </a:t>
            </a:r>
            <a:r>
              <a:rPr lang="en-US" sz="2000" dirty="0"/>
              <a:t>How to </a:t>
            </a:r>
            <a:r>
              <a:rPr lang="en-US" sz="2000" dirty="0" smtClean="0"/>
              <a:t>delete a </a:t>
            </a:r>
            <a:r>
              <a:rPr lang="en-US" sz="2000" dirty="0"/>
              <a:t>file of GitHub repo using </a:t>
            </a:r>
            <a:r>
              <a:rPr lang="en-US" sz="2000" dirty="0" smtClean="0"/>
              <a:t>command line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0907338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tutorial...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r>
              <a:rPr lang="en-US" sz="2000" dirty="0" smtClean="0"/>
              <a:t>We will see, </a:t>
            </a:r>
            <a:r>
              <a:rPr lang="en-US" sz="2000" dirty="0"/>
              <a:t>How to delete a file of GitHub repo using </a:t>
            </a:r>
            <a:r>
              <a:rPr lang="en-US" sz="2000" dirty="0" smtClean="0"/>
              <a:t>Tortoise GIT</a:t>
            </a:r>
            <a:endParaRPr lang="en-US" sz="2000" b="1" dirty="0"/>
          </a:p>
        </p:txBody>
      </p:sp>
      <p:pic>
        <p:nvPicPr>
          <p:cNvPr id="1028" name="Picture 4" descr="http://www.helloworldseries.com/wp-content/uploads/2016/10/img_58120958983a4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2665" y="9495700"/>
            <a:ext cx="1008237" cy="589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2471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Pre-requisites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 Bash is installed</a:t>
            </a:r>
            <a:r>
              <a:rPr lang="en-US" sz="2000" dirty="0" smtClean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Tortoise GIT is installed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GitHub </a:t>
            </a:r>
            <a:r>
              <a:rPr lang="en-US" sz="2000" dirty="0"/>
              <a:t>account is created.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 smtClean="0"/>
              <a:t>A repository is created on GitHub with at least one file and you have GitHub repo URL with you.</a:t>
            </a:r>
          </a:p>
        </p:txBody>
      </p:sp>
    </p:spTree>
    <p:extLst>
      <p:ext uri="{BB962C8B-B14F-4D97-AF65-F5344CB8AC3E}">
        <p14:creationId xmlns:p14="http://schemas.microsoft.com/office/powerpoint/2010/main" val="2862250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Steps for </a:t>
            </a:r>
            <a:r>
              <a:rPr lang="en-US" dirty="0" smtClean="0"/>
              <a:t>delete a </a:t>
            </a:r>
            <a:r>
              <a:rPr lang="en-US" dirty="0" smtClean="0"/>
              <a:t>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  <p:grpSp>
        <p:nvGrpSpPr>
          <p:cNvPr id="5" name="Group 4"/>
          <p:cNvGrpSpPr/>
          <p:nvPr/>
        </p:nvGrpSpPr>
        <p:grpSpPr>
          <a:xfrm>
            <a:off x="3113907" y="3344562"/>
            <a:ext cx="1038822" cy="609537"/>
            <a:chOff x="7460" y="0"/>
            <a:chExt cx="4459722" cy="1136864"/>
          </a:xfrm>
        </p:grpSpPr>
        <p:sp>
          <p:nvSpPr>
            <p:cNvPr id="6" name="Chevron 5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kern="1200" dirty="0" smtClean="0"/>
                <a:t>Eclipse</a:t>
              </a:r>
              <a:endParaRPr lang="en-US" sz="900" kern="1200" dirty="0"/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4087424" y="3344562"/>
            <a:ext cx="1038822" cy="609537"/>
            <a:chOff x="7460" y="0"/>
            <a:chExt cx="4459722" cy="1136864"/>
          </a:xfrm>
        </p:grpSpPr>
        <p:sp>
          <p:nvSpPr>
            <p:cNvPr id="38" name="Chevron 3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account</a:t>
              </a:r>
            </a:p>
          </p:txBody>
        </p:sp>
      </p:grpSp>
      <p:grpSp>
        <p:nvGrpSpPr>
          <p:cNvPr id="40" name="Group 39"/>
          <p:cNvGrpSpPr/>
          <p:nvPr/>
        </p:nvGrpSpPr>
        <p:grpSpPr>
          <a:xfrm>
            <a:off x="5055797" y="3344561"/>
            <a:ext cx="1038822" cy="609537"/>
            <a:chOff x="7460" y="0"/>
            <a:chExt cx="4459722" cy="1136864"/>
          </a:xfrm>
        </p:grpSpPr>
        <p:sp>
          <p:nvSpPr>
            <p:cNvPr id="41" name="Chevron 4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GitHub repo</a:t>
              </a: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7079033" y="3334409"/>
            <a:ext cx="1038822" cy="609537"/>
            <a:chOff x="7460" y="0"/>
            <a:chExt cx="4459722" cy="1136864"/>
          </a:xfrm>
        </p:grpSpPr>
        <p:sp>
          <p:nvSpPr>
            <p:cNvPr id="47" name="Chevron 46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8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Delete file</a:t>
              </a:r>
              <a:endParaRPr lang="en-US" sz="900" dirty="0"/>
            </a:p>
          </p:txBody>
        </p:sp>
      </p:grpSp>
      <p:sp>
        <p:nvSpPr>
          <p:cNvPr id="60" name="Rectangle 59"/>
          <p:cNvSpPr/>
          <p:nvPr/>
        </p:nvSpPr>
        <p:spPr>
          <a:xfrm>
            <a:off x="3113907" y="4042971"/>
            <a:ext cx="3769619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Pre-requisites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6057721" y="3336427"/>
            <a:ext cx="1038822" cy="609537"/>
            <a:chOff x="7460" y="0"/>
            <a:chExt cx="4459722" cy="1136864"/>
          </a:xfrm>
        </p:grpSpPr>
        <p:sp>
          <p:nvSpPr>
            <p:cNvPr id="18" name="Chevron 17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  <a:solidFill>
              <a:schemeClr val="accent2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Clone </a:t>
              </a:r>
            </a:p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/>
                <a:t>repo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8117855" y="3344561"/>
            <a:ext cx="1038822" cy="609537"/>
            <a:chOff x="7460" y="0"/>
            <a:chExt cx="4459722" cy="1136864"/>
          </a:xfrm>
        </p:grpSpPr>
        <p:sp>
          <p:nvSpPr>
            <p:cNvPr id="21" name="Chevron 20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2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Commit</a:t>
              </a:r>
              <a:endParaRPr lang="en-US" sz="900" dirty="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9139167" y="3344561"/>
            <a:ext cx="1038822" cy="609537"/>
            <a:chOff x="7460" y="0"/>
            <a:chExt cx="4459722" cy="1136864"/>
          </a:xfrm>
        </p:grpSpPr>
        <p:sp>
          <p:nvSpPr>
            <p:cNvPr id="24" name="Chevron 23"/>
            <p:cNvSpPr/>
            <p:nvPr/>
          </p:nvSpPr>
          <p:spPr>
            <a:xfrm>
              <a:off x="7460" y="0"/>
              <a:ext cx="4459722" cy="1136864"/>
            </a:xfrm>
            <a:prstGeom prst="chevron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5" name="Chevron 4"/>
            <p:cNvSpPr/>
            <p:nvPr/>
          </p:nvSpPr>
          <p:spPr>
            <a:xfrm>
              <a:off x="151496" y="0"/>
              <a:ext cx="3891291" cy="113686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252032" tIns="84011" rIns="84011" bIns="84011" numCol="1" spcCol="1270" anchor="ctr" anchorCtr="0">
              <a:noAutofit/>
            </a:bodyPr>
            <a:lstStyle/>
            <a:p>
              <a:pPr lvl="0" algn="ctr" defTabSz="2800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en-US" sz="900" dirty="0" smtClean="0"/>
                <a:t>Push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360830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 file of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79152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Commit change in local GIT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025436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Push to GitHub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837426"/>
            <a:ext cx="10902351" cy="4934310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1599251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Coming up Next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28267" y="2402237"/>
            <a:ext cx="5859506" cy="2187226"/>
          </a:xfrm>
        </p:spPr>
        <p:txBody>
          <a:bodyPr>
            <a:noAutofit/>
          </a:bodyPr>
          <a:lstStyle/>
          <a:p>
            <a:r>
              <a:rPr lang="en-US" sz="2400" dirty="0" smtClean="0"/>
              <a:t>How </a:t>
            </a:r>
            <a:r>
              <a:rPr lang="en-US" sz="2400" dirty="0"/>
              <a:t>to delete a file of GitHub repo using </a:t>
            </a:r>
            <a:r>
              <a:rPr lang="en-US" sz="2400" smtClean="0"/>
              <a:t>Webstorm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175021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</Template>
  <TotalTime>411</TotalTime>
  <Words>153</Words>
  <Application>Microsoft Office PowerPoint</Application>
  <PresentationFormat>Widescreen</PresentationFormat>
  <Paragraphs>29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Segoe UI</vt:lpstr>
      <vt:lpstr>Segoe UI Light</vt:lpstr>
      <vt:lpstr>WelcomeDoc</vt:lpstr>
      <vt:lpstr>Welcome to Hello World Series</vt:lpstr>
      <vt:lpstr>In last tutorial...</vt:lpstr>
      <vt:lpstr>In this tutorial...</vt:lpstr>
      <vt:lpstr>Pre-requisites</vt:lpstr>
      <vt:lpstr>Steps for delete a file of GitHub repo</vt:lpstr>
      <vt:lpstr>Delete a file of GitHub repo</vt:lpstr>
      <vt:lpstr>Commit change in local GIT</vt:lpstr>
      <vt:lpstr>Push to GitHub repo</vt:lpstr>
      <vt:lpstr>Coming up Next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Hello World Series</dc:title>
  <dc:creator>Neha</dc:creator>
  <cp:keywords/>
  <cp:lastModifiedBy>Neha</cp:lastModifiedBy>
  <cp:revision>282</cp:revision>
  <dcterms:created xsi:type="dcterms:W3CDTF">2016-11-15T15:13:14Z</dcterms:created>
  <dcterms:modified xsi:type="dcterms:W3CDTF">2016-11-20T15:49:39Z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TC029239449991</vt:lpwstr>
  </property>
</Properties>
</file>