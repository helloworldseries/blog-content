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1"/>
  </p:notesMasterIdLst>
  <p:sldIdLst>
    <p:sldId id="256" r:id="rId3"/>
    <p:sldId id="262" r:id="rId4"/>
    <p:sldId id="264" r:id="rId5"/>
    <p:sldId id="293" r:id="rId6"/>
    <p:sldId id="294" r:id="rId7"/>
    <p:sldId id="295" r:id="rId8"/>
    <p:sldId id="296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93"/>
            <p14:sldId id="294"/>
            <p14:sldId id="295"/>
            <p14:sldId id="296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1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mercurial-scm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bazaar.canonical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++" TargetMode="External"/><Relationship Id="rId2" Type="http://schemas.openxmlformats.org/officeDocument/2006/relationships/hyperlink" Target="http://darcs.net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en.wikipedia.org/wiki/Haskell_(programming_language)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Popular </a:t>
            </a:r>
            <a:r>
              <a:rPr lang="en-US" dirty="0"/>
              <a:t>Distributed Version </a:t>
            </a:r>
            <a:r>
              <a:rPr lang="en-US"/>
              <a:t>Control </a:t>
            </a:r>
            <a:r>
              <a:rPr lang="en-US" smtClean="0"/>
              <a:t>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Advantages of Distributed Version </a:t>
            </a:r>
            <a:r>
              <a:rPr lang="en-US" sz="2000" smtClean="0"/>
              <a:t>Control Systems?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list some of the most popular Distributed Version </a:t>
            </a:r>
            <a:r>
              <a:rPr lang="en-US" sz="2000" smtClean="0"/>
              <a:t>Control Systems.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well known </a:t>
            </a:r>
            <a:r>
              <a:rPr lang="en-US" dirty="0" smtClean="0"/>
              <a:t>DVCS - 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/>
              <a:t>GIT - </a:t>
            </a:r>
            <a:r>
              <a:rPr lang="en-US" sz="2000" dirty="0">
                <a:hlinkClick r:id="rId2"/>
              </a:rPr>
              <a:t>https://</a:t>
            </a:r>
            <a:r>
              <a:rPr lang="en-US" sz="2000" dirty="0" smtClean="0">
                <a:hlinkClick r:id="rId2"/>
              </a:rPr>
              <a:t>git-scm.com</a:t>
            </a:r>
            <a:r>
              <a:rPr lang="en-US" sz="2000" dirty="0" smtClean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Created </a:t>
            </a:r>
            <a:r>
              <a:rPr lang="en-US" sz="2000" dirty="0"/>
              <a:t>by Linus Torvalds in 2005 for development of the Linux </a:t>
            </a:r>
            <a:r>
              <a:rPr lang="en-US" sz="2000" dirty="0" smtClean="0"/>
              <a:t>kernel.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Like the Linux kernel, Git is free software distributed under the terms of the GNU </a:t>
            </a:r>
            <a:r>
              <a:rPr lang="en-US" sz="2000" dirty="0" smtClean="0"/>
              <a:t>GPL</a:t>
            </a:r>
            <a:r>
              <a:rPr lang="en-US" sz="2000" dirty="0"/>
              <a:t> </a:t>
            </a:r>
            <a:r>
              <a:rPr lang="en-US" sz="2000" dirty="0" smtClean="0"/>
              <a:t>V2.</a:t>
            </a:r>
            <a:endParaRPr lang="en-US" sz="2000" dirty="0"/>
          </a:p>
        </p:txBody>
      </p:sp>
      <p:pic>
        <p:nvPicPr>
          <p:cNvPr id="2050" name="Picture 2" descr="http://www.helloworldseries.com/wp-content/uploads/2016/11/img_581966e0c320c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6731" y="1594555"/>
            <a:ext cx="1043819" cy="100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737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well known </a:t>
            </a:r>
            <a:r>
              <a:rPr lang="en-US" dirty="0" smtClean="0"/>
              <a:t>DVCS - Mercurial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Mercurial - </a:t>
            </a:r>
            <a:r>
              <a:rPr lang="en-US" sz="2000" dirty="0" smtClean="0">
                <a:hlinkClick r:id="rId2"/>
              </a:rPr>
              <a:t>https</a:t>
            </a:r>
            <a:r>
              <a:rPr lang="en-US" sz="2000" dirty="0">
                <a:hlinkClick r:id="rId2"/>
              </a:rPr>
              <a:t>://</a:t>
            </a:r>
            <a:r>
              <a:rPr lang="en-US" sz="2000" dirty="0" smtClean="0">
                <a:hlinkClick r:id="rId2"/>
              </a:rPr>
              <a:t>www.mercurial-scm.org</a:t>
            </a:r>
            <a:r>
              <a:rPr lang="en-US" sz="2000" dirty="0" smtClean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Mackall</a:t>
            </a:r>
            <a:r>
              <a:rPr lang="en-US" sz="2000" dirty="0"/>
              <a:t> first announced Mercurial on 19 April 2005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Mercurial is released as free software under the terms of the </a:t>
            </a:r>
            <a:r>
              <a:rPr lang="en-US" sz="2000" u="sng" dirty="0"/>
              <a:t>GNU GPL </a:t>
            </a:r>
            <a:r>
              <a:rPr lang="en-US" sz="2000" u="sng" dirty="0" smtClean="0"/>
              <a:t>v2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 2013, Facebook </a:t>
            </a:r>
            <a:r>
              <a:rPr lang="en-US" sz="2000" dirty="0" smtClean="0"/>
              <a:t>started using Mercurial.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project started a few days after another project called Git, initiated by Linus Torvalds</a:t>
            </a:r>
          </a:p>
        </p:txBody>
      </p:sp>
      <p:pic>
        <p:nvPicPr>
          <p:cNvPr id="8194" name="Picture 2" descr="http://www.helloworldseries.com/wp-content/uploads/2016/11/img_5829a6260e21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7371" y="1680518"/>
            <a:ext cx="1006430" cy="128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6993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well known </a:t>
            </a:r>
            <a:r>
              <a:rPr lang="en-US" dirty="0" smtClean="0"/>
              <a:t>DVCS - Bazaar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Bazaar - </a:t>
            </a:r>
            <a:r>
              <a:rPr lang="en-US" sz="2000" dirty="0" smtClean="0">
                <a:hlinkClick r:id="rId2"/>
              </a:rPr>
              <a:t>http</a:t>
            </a:r>
            <a:r>
              <a:rPr lang="en-US" sz="2000" dirty="0">
                <a:hlinkClick r:id="rId2"/>
              </a:rPr>
              <a:t>://</a:t>
            </a:r>
            <a:r>
              <a:rPr lang="en-US" sz="2000" dirty="0" smtClean="0">
                <a:hlinkClick r:id="rId2"/>
              </a:rPr>
              <a:t>bazaar.canonical.com</a:t>
            </a:r>
            <a:r>
              <a:rPr lang="en-US" sz="2000" dirty="0" smtClean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Version 1.0 of Bazaar was released in December </a:t>
            </a:r>
            <a:r>
              <a:rPr lang="en-US" sz="2000" dirty="0" smtClean="0"/>
              <a:t>2007 and 2.7.0 in Feb 2016.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The</a:t>
            </a:r>
            <a:r>
              <a:rPr lang="en-US" sz="2000" dirty="0"/>
              <a:t> Bugzilla project retired Bazaar in favor of </a:t>
            </a:r>
            <a:r>
              <a:rPr lang="en-US" sz="2000" dirty="0" err="1"/>
              <a:t>git</a:t>
            </a:r>
            <a:r>
              <a:rPr lang="en-US" sz="2000" dirty="0"/>
              <a:t> in March 2014 for multiple reasons, one of them being the impression that Bazaar was almost </a:t>
            </a:r>
            <a:r>
              <a:rPr lang="en-US" sz="2000" dirty="0" smtClean="0"/>
              <a:t>dead.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9218" name="Picture 2" descr="Image result for bazaar version contro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960" y="1589903"/>
            <a:ext cx="1506389" cy="1506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196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well known </a:t>
            </a:r>
            <a:r>
              <a:rPr lang="en-US" dirty="0" smtClean="0"/>
              <a:t>DVCS - Darcs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/>
              <a:t>Darcs Advanced Revision Control </a:t>
            </a:r>
            <a:r>
              <a:rPr lang="en-US" sz="2000" dirty="0" smtClean="0"/>
              <a:t>System - </a:t>
            </a:r>
            <a:r>
              <a:rPr lang="en-US" sz="2000" dirty="0" smtClean="0">
                <a:hlinkClick r:id="rId2"/>
              </a:rPr>
              <a:t>http</a:t>
            </a:r>
            <a:r>
              <a:rPr lang="en-US" sz="2000" dirty="0">
                <a:hlinkClick r:id="rId2"/>
              </a:rPr>
              <a:t>://</a:t>
            </a:r>
            <a:r>
              <a:rPr lang="en-US" sz="2000" dirty="0" smtClean="0">
                <a:hlinkClick r:id="rId2"/>
              </a:rPr>
              <a:t>darcs.net</a:t>
            </a:r>
            <a:r>
              <a:rPr lang="en-US" sz="2000" dirty="0" smtClean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Darcs is a distributed version control system created by David </a:t>
            </a:r>
            <a:r>
              <a:rPr lang="en-US" sz="2000" dirty="0" smtClean="0"/>
              <a:t>Roundy.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After writing an initial version of Darcs in </a:t>
            </a:r>
            <a:r>
              <a:rPr lang="en-US" sz="2000" dirty="0">
                <a:hlinkClick r:id="rId3" tooltip="C++"/>
              </a:rPr>
              <a:t>C++</a:t>
            </a:r>
            <a:r>
              <a:rPr lang="en-US" sz="2000" dirty="0"/>
              <a:t>, the </a:t>
            </a:r>
            <a:r>
              <a:rPr lang="en-US" sz="2000" dirty="0">
                <a:hlinkClick r:id="rId4" tooltip="Haskell (programming language)"/>
              </a:rPr>
              <a:t>Haskell</a:t>
            </a:r>
            <a:r>
              <a:rPr lang="en-US" sz="2000" dirty="0"/>
              <a:t> version was written in Autumn 2002 and released to the public in April </a:t>
            </a:r>
            <a:r>
              <a:rPr lang="en-US" sz="2000" dirty="0" smtClean="0"/>
              <a:t>2003.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Darcs 2.0 was released in April </a:t>
            </a:r>
            <a:r>
              <a:rPr lang="en-US" sz="2000" dirty="0" smtClean="0"/>
              <a:t>2008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Darcs has been criticized on the grounds of </a:t>
            </a:r>
            <a:r>
              <a:rPr lang="en-US" sz="2000" dirty="0" smtClean="0"/>
              <a:t>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685" y="1590022"/>
            <a:ext cx="1174407" cy="127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79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smtClean="0"/>
              <a:t>What is GIT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227</TotalTime>
  <Words>164</Words>
  <Application>Microsoft Office PowerPoint</Application>
  <PresentationFormat>Widescreen</PresentationFormat>
  <Paragraphs>31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Some well known DVCS - GIT</vt:lpstr>
      <vt:lpstr>Some well known DVCS - Mercurial</vt:lpstr>
      <vt:lpstr>Some well known DVCS - Bazaar</vt:lpstr>
      <vt:lpstr>Some well known DVCS - Darcs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125</cp:revision>
  <dcterms:created xsi:type="dcterms:W3CDTF">2016-11-15T15:13:14Z</dcterms:created>
  <dcterms:modified xsi:type="dcterms:W3CDTF">2016-11-19T14:27:52Z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