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0"/>
  </p:notesMasterIdLst>
  <p:sldIdLst>
    <p:sldId id="256" r:id="rId3"/>
    <p:sldId id="262" r:id="rId4"/>
    <p:sldId id="264" r:id="rId5"/>
    <p:sldId id="265" r:id="rId6"/>
    <p:sldId id="273" r:id="rId7"/>
    <p:sldId id="266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3"/>
            <p14:sldId id="266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How </a:t>
            </a:r>
            <a:r>
              <a:rPr lang="en-US" dirty="0"/>
              <a:t>to check history of a file in </a:t>
            </a:r>
            <a:r>
              <a:rPr lang="en-US" dirty="0" err="1"/>
              <a:t>git</a:t>
            </a:r>
            <a:r>
              <a:rPr lang="en-US" dirty="0"/>
              <a:t> using </a:t>
            </a:r>
            <a:r>
              <a:rPr lang="en-US" dirty="0" smtClean="0"/>
              <a:t>Eclipse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</a:t>
            </a:r>
            <a:r>
              <a:rPr lang="en-US" sz="2000" dirty="0"/>
              <a:t>How to check history of a file in </a:t>
            </a:r>
            <a:r>
              <a:rPr lang="en-US" sz="2000" dirty="0" err="1"/>
              <a:t>git</a:t>
            </a:r>
            <a:r>
              <a:rPr lang="en-US" sz="2000" dirty="0"/>
              <a:t> using </a:t>
            </a:r>
            <a:r>
              <a:rPr lang="en-US" sz="2000" dirty="0" smtClean="0"/>
              <a:t>GIT GUI</a:t>
            </a:r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check history of a file in </a:t>
            </a:r>
            <a:r>
              <a:rPr lang="en-US" sz="2000" dirty="0" err="1"/>
              <a:t>git</a:t>
            </a:r>
            <a:r>
              <a:rPr lang="en-US" sz="2000" dirty="0"/>
              <a:t> using </a:t>
            </a:r>
            <a:r>
              <a:rPr lang="en-US" sz="2000" dirty="0" smtClean="0"/>
              <a:t>Eclipse</a:t>
            </a:r>
            <a:endParaRPr lang="en-US" sz="2000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Any one of these eclipses (Indigo/Juno/Kepler/Luna/Mars/Neon) installed.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</a:t>
            </a:r>
            <a:r>
              <a:rPr lang="en-US" sz="2000" dirty="0"/>
              <a:t>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 with at least one file and you have GitHub repo URL with you.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for checking a </a:t>
            </a:r>
            <a:r>
              <a:rPr lang="en-US" smtClean="0"/>
              <a:t>file history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3113907" y="3344562"/>
            <a:ext cx="1038822" cy="609537"/>
            <a:chOff x="7460" y="0"/>
            <a:chExt cx="4459722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Eclipse</a:t>
              </a:r>
              <a:endParaRPr lang="en-US" sz="9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087424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055797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7079033" y="3334409"/>
            <a:ext cx="1038822" cy="609537"/>
            <a:chOff x="7460" y="0"/>
            <a:chExt cx="445972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Check History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3113907" y="4042971"/>
            <a:ext cx="376961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057721" y="3336427"/>
            <a:ext cx="1038822" cy="609537"/>
            <a:chOff x="7460" y="0"/>
            <a:chExt cx="4459722" cy="1136864"/>
          </a:xfrm>
        </p:grpSpPr>
        <p:sp>
          <p:nvSpPr>
            <p:cNvPr id="18" name="Chevron 1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Clone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repo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 smtClean="0"/>
              <a:t>How </a:t>
            </a:r>
            <a:r>
              <a:rPr lang="en-US" sz="2400" dirty="0"/>
              <a:t>to check history of a file in </a:t>
            </a:r>
            <a:r>
              <a:rPr lang="en-US" sz="2400" dirty="0" err="1"/>
              <a:t>git</a:t>
            </a:r>
            <a:r>
              <a:rPr lang="en-US" sz="2400" dirty="0"/>
              <a:t> using </a:t>
            </a:r>
            <a:r>
              <a:rPr lang="en-US" sz="2400" smtClean="0"/>
              <a:t>Webstorm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423</TotalTime>
  <Words>140</Words>
  <Application>Microsoft Office PowerPoint</Application>
  <PresentationFormat>Widescreen</PresentationFormat>
  <Paragraphs>24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Steps for checking a file history</vt:lpstr>
      <vt:lpstr>Check history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312</cp:revision>
  <dcterms:created xsi:type="dcterms:W3CDTF">2016-11-15T15:13:14Z</dcterms:created>
  <dcterms:modified xsi:type="dcterms:W3CDTF">2016-11-22T00:50:00Z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