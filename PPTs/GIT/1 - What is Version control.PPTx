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9"/>
  </p:notesMasterIdLst>
  <p:sldIdLst>
    <p:sldId id="256" r:id="rId3"/>
    <p:sldId id="262" r:id="rId4"/>
    <p:sldId id="265" r:id="rId5"/>
    <p:sldId id="257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5"/>
            <p14:sldId id="257"/>
            <p14:sldId id="264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Version 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am a </a:t>
            </a:r>
            <a:r>
              <a:rPr lang="en-US" sz="2000" dirty="0"/>
              <a:t>developer and </a:t>
            </a:r>
            <a:r>
              <a:rPr lang="en-US" sz="2000" dirty="0" smtClean="0"/>
              <a:t>interested </a:t>
            </a:r>
            <a:r>
              <a:rPr lang="en-US" sz="2000" smtClean="0"/>
              <a:t>in …</a:t>
            </a:r>
            <a:endParaRPr lang="en-US" sz="2000" dirty="0" smtClean="0"/>
          </a:p>
          <a:p>
            <a:pPr marL="1028700" lvl="1" indent="-342900"/>
            <a:r>
              <a:rPr lang="en-US" sz="1800" dirty="0" smtClean="0"/>
              <a:t>Keeping </a:t>
            </a:r>
            <a:r>
              <a:rPr lang="en-US" sz="1800" dirty="0"/>
              <a:t>every </a:t>
            </a:r>
            <a:r>
              <a:rPr lang="en-US" sz="1800" dirty="0" smtClean="0"/>
              <a:t>version </a:t>
            </a:r>
            <a:r>
              <a:rPr lang="en-US" sz="1800" dirty="0"/>
              <a:t>of a </a:t>
            </a:r>
            <a:r>
              <a:rPr lang="en-US" sz="1800" dirty="0" smtClean="0"/>
              <a:t>file</a:t>
            </a:r>
          </a:p>
          <a:p>
            <a:pPr marL="1028700" lvl="1" indent="-342900"/>
            <a:r>
              <a:rPr lang="en-US" sz="1800" dirty="0" smtClean="0"/>
              <a:t>History</a:t>
            </a:r>
          </a:p>
          <a:p>
            <a:pPr marL="1028700" lvl="1" indent="-342900"/>
            <a:r>
              <a:rPr lang="en-US" sz="1800" dirty="0" smtClean="0"/>
              <a:t>Merging</a:t>
            </a:r>
          </a:p>
          <a:p>
            <a:pPr marL="1028700" lvl="1" indent="-342900"/>
            <a:r>
              <a:rPr lang="en-US" sz="1800" dirty="0" smtClean="0"/>
              <a:t>Comparisons between two versions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Being a developer…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endParaRPr lang="en-US" sz="2000" b="1" dirty="0"/>
          </a:p>
        </p:txBody>
      </p:sp>
      <p:pic>
        <p:nvPicPr>
          <p:cNvPr id="8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589" y="4923973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1574813" y="3657496"/>
            <a:ext cx="2833285" cy="1136864"/>
            <a:chOff x="7460" y="0"/>
            <a:chExt cx="4459722" cy="1136864"/>
          </a:xfrm>
        </p:grpSpPr>
        <p:sp>
          <p:nvSpPr>
            <p:cNvPr id="20" name="Chevron 19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Chevron 4"/>
            <p:cNvSpPr/>
            <p:nvPr/>
          </p:nvSpPr>
          <p:spPr>
            <a:xfrm>
              <a:off x="575892" y="0"/>
              <a:ext cx="3322858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 err="1" smtClean="0"/>
                <a:t>print_numbers.c</a:t>
              </a:r>
              <a:endParaRPr lang="en-US" kern="12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893109" y="3657496"/>
            <a:ext cx="2833285" cy="1136864"/>
            <a:chOff x="7460" y="0"/>
            <a:chExt cx="4459722" cy="1136864"/>
          </a:xfrm>
        </p:grpSpPr>
        <p:sp>
          <p:nvSpPr>
            <p:cNvPr id="26" name="Chevron 2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Chevron 4"/>
            <p:cNvSpPr/>
            <p:nvPr/>
          </p:nvSpPr>
          <p:spPr>
            <a:xfrm>
              <a:off x="575892" y="0"/>
              <a:ext cx="3322858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err="1"/>
                <a:t>print_numbers.c</a:t>
              </a:r>
              <a:endParaRPr lang="en-US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087522" y="3657496"/>
            <a:ext cx="2833285" cy="1136864"/>
            <a:chOff x="7460" y="0"/>
            <a:chExt cx="4459722" cy="1136864"/>
          </a:xfrm>
        </p:grpSpPr>
        <p:sp>
          <p:nvSpPr>
            <p:cNvPr id="29" name="Chevron 28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Chevron 4"/>
            <p:cNvSpPr/>
            <p:nvPr/>
          </p:nvSpPr>
          <p:spPr>
            <a:xfrm>
              <a:off x="575892" y="0"/>
              <a:ext cx="3322858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 err="1"/>
                <a:t>print_numbers.c</a:t>
              </a:r>
              <a:endParaRPr lang="en-US" dirty="0"/>
            </a:p>
          </p:txBody>
        </p:sp>
      </p:grpSp>
      <p:pic>
        <p:nvPicPr>
          <p:cNvPr id="3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892" y="4982688"/>
            <a:ext cx="827412" cy="73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382" y="4944330"/>
            <a:ext cx="870857" cy="76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517904" y="3222428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D6742A"/>
                </a:solidFill>
              </a:rPr>
              <a:t>Revision </a:t>
            </a:r>
            <a:r>
              <a:rPr lang="en-US" b="1" u="sng" dirty="0" smtClean="0">
                <a:solidFill>
                  <a:srgbClr val="D6742A"/>
                </a:solidFill>
              </a:rPr>
              <a:t>1</a:t>
            </a:r>
            <a:r>
              <a:rPr lang="en-US" b="1" dirty="0" smtClean="0">
                <a:solidFill>
                  <a:srgbClr val="D6742A"/>
                </a:solidFill>
              </a:rPr>
              <a:t> – 1:00 PM</a:t>
            </a:r>
            <a:endParaRPr lang="en-US" b="1" dirty="0">
              <a:solidFill>
                <a:srgbClr val="D6742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1189" y="3222428"/>
            <a:ext cx="2471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6742A"/>
                </a:solidFill>
              </a:rPr>
              <a:t>Revision 2 – 5:00 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8650" y="3222428"/>
            <a:ext cx="2471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6742A"/>
                </a:solidFill>
              </a:rPr>
              <a:t>Revision 3 – 7:00 PM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985" y="4912147"/>
            <a:ext cx="1443716" cy="103499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878" y="4925832"/>
            <a:ext cx="1199490" cy="994172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0214" y="4934851"/>
            <a:ext cx="1033272" cy="97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3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4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971870" cy="1208868"/>
          </a:xfrm>
        </p:spPr>
        <p:txBody>
          <a:bodyPr/>
          <a:lstStyle/>
          <a:p>
            <a:r>
              <a:rPr lang="en-US" dirty="0" smtClean="0"/>
              <a:t>This story was simple – one file and one developer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48416" cy="443375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What if, you have many files and many developers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67" y="2684490"/>
            <a:ext cx="838273" cy="8306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855" y="2684490"/>
            <a:ext cx="838273" cy="8306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135" y="2684490"/>
            <a:ext cx="838273" cy="8306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415" y="2684490"/>
            <a:ext cx="838273" cy="8306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695" y="2684490"/>
            <a:ext cx="838273" cy="8306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975" y="2684490"/>
            <a:ext cx="838273" cy="8306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378" y="2684490"/>
            <a:ext cx="838273" cy="8306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879" y="3099816"/>
            <a:ext cx="838273" cy="8306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167" y="3099816"/>
            <a:ext cx="838273" cy="83065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447" y="3099816"/>
            <a:ext cx="838273" cy="83065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727" y="3099816"/>
            <a:ext cx="838273" cy="83065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007" y="3099816"/>
            <a:ext cx="838273" cy="83065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7" y="3099816"/>
            <a:ext cx="838273" cy="83065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690" y="3099816"/>
            <a:ext cx="838273" cy="83065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22" y="3515142"/>
            <a:ext cx="838273" cy="83065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310" y="3515142"/>
            <a:ext cx="838273" cy="83065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590" y="3515142"/>
            <a:ext cx="838273" cy="83065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870" y="3515142"/>
            <a:ext cx="838273" cy="8306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150" y="3515142"/>
            <a:ext cx="838273" cy="83065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430" y="3515142"/>
            <a:ext cx="838273" cy="83065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833" y="3515142"/>
            <a:ext cx="838273" cy="830652"/>
          </a:xfrm>
          <a:prstGeom prst="rect">
            <a:avLst/>
          </a:prstGeom>
        </p:spPr>
      </p:pic>
      <p:pic>
        <p:nvPicPr>
          <p:cNvPr id="29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59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21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783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968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630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292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350" y="472626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012" y="472626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674" y="472626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863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525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187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72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034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696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754" y="4974360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416" y="4974360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078" y="4974360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553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215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877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062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24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386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444" y="527766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106" y="527766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768" y="527766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047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709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71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556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218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880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938" y="5565591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600" y="5565591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262" y="5565591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definitely need some tool to help you!!!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10902695" cy="435133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Version </a:t>
            </a:r>
            <a:r>
              <a:rPr lang="en-US" sz="2000" dirty="0"/>
              <a:t>control is a system that can track/control the changes your file(s) over time so that you or someone authorized person can recall specific versions later.</a:t>
            </a:r>
          </a:p>
          <a:p>
            <a:r>
              <a:rPr lang="en-US" sz="2000" dirty="0" smtClean="0"/>
              <a:t>This </a:t>
            </a:r>
            <a:r>
              <a:rPr lang="en-US" sz="2000" dirty="0"/>
              <a:t>so-called "</a:t>
            </a:r>
            <a:r>
              <a:rPr lang="en-US" sz="2000" b="1" u="sng" dirty="0"/>
              <a:t>V</a:t>
            </a:r>
            <a:r>
              <a:rPr lang="en-US" sz="2000" dirty="0"/>
              <a:t>ersion </a:t>
            </a:r>
            <a:r>
              <a:rPr lang="en-US" sz="2000" b="1" u="sng" dirty="0"/>
              <a:t>C</a:t>
            </a:r>
            <a:r>
              <a:rPr lang="en-US" sz="2000" dirty="0"/>
              <a:t>ontrol </a:t>
            </a:r>
            <a:r>
              <a:rPr lang="en-US" sz="2000" b="1" u="sng" dirty="0"/>
              <a:t>S</a:t>
            </a:r>
            <a:r>
              <a:rPr lang="en-US" sz="2000" dirty="0"/>
              <a:t>ystem (VCS)" needs to be a software or a manual management of changes, which we will cover in next tutorials.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6702" y="4605525"/>
            <a:ext cx="2607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 smtClean="0"/>
              <a:t>ystem</a:t>
            </a:r>
            <a:endParaRPr lang="en-US" sz="7200" dirty="0"/>
          </a:p>
        </p:txBody>
      </p:sp>
      <p:sp>
        <p:nvSpPr>
          <p:cNvPr id="6" name="TextBox 5"/>
          <p:cNvSpPr txBox="1"/>
          <p:nvPr/>
        </p:nvSpPr>
        <p:spPr>
          <a:xfrm>
            <a:off x="1266909" y="4605528"/>
            <a:ext cx="799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u="sng" dirty="0" smtClean="0"/>
              <a:t>V</a:t>
            </a:r>
            <a:endParaRPr lang="en-US" sz="7200" dirty="0"/>
          </a:p>
        </p:txBody>
      </p:sp>
      <p:sp>
        <p:nvSpPr>
          <p:cNvPr id="7" name="TextBox 6"/>
          <p:cNvSpPr txBox="1"/>
          <p:nvPr/>
        </p:nvSpPr>
        <p:spPr>
          <a:xfrm>
            <a:off x="1914144" y="4605527"/>
            <a:ext cx="2676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 smtClean="0"/>
              <a:t>ersion</a:t>
            </a:r>
            <a:endParaRPr lang="en-US" sz="7200" dirty="0"/>
          </a:p>
        </p:txBody>
      </p:sp>
      <p:sp>
        <p:nvSpPr>
          <p:cNvPr id="8" name="TextBox 7"/>
          <p:cNvSpPr txBox="1"/>
          <p:nvPr/>
        </p:nvSpPr>
        <p:spPr>
          <a:xfrm>
            <a:off x="4800600" y="4605526"/>
            <a:ext cx="841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u="sng" dirty="0" smtClean="0"/>
              <a:t>C</a:t>
            </a:r>
            <a:endParaRPr lang="en-US" sz="7200" dirty="0"/>
          </a:p>
        </p:txBody>
      </p:sp>
      <p:sp>
        <p:nvSpPr>
          <p:cNvPr id="9" name="TextBox 8"/>
          <p:cNvSpPr txBox="1"/>
          <p:nvPr/>
        </p:nvSpPr>
        <p:spPr>
          <a:xfrm>
            <a:off x="5427429" y="4605526"/>
            <a:ext cx="2619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 smtClean="0"/>
              <a:t>ontrol</a:t>
            </a:r>
            <a:endParaRPr lang="en-US" sz="7200" dirty="0"/>
          </a:p>
        </p:txBody>
      </p:sp>
      <p:sp>
        <p:nvSpPr>
          <p:cNvPr id="10" name="TextBox 9"/>
          <p:cNvSpPr txBox="1"/>
          <p:nvPr/>
        </p:nvSpPr>
        <p:spPr>
          <a:xfrm>
            <a:off x="8098006" y="4605526"/>
            <a:ext cx="909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u="sng" dirty="0" smtClean="0"/>
              <a:t>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3153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Manage </a:t>
            </a:r>
            <a:r>
              <a:rPr lang="en-US" sz="2400" dirty="0"/>
              <a:t>versions yourself and it’s </a:t>
            </a:r>
            <a:r>
              <a:rPr lang="en-US" sz="2400" dirty="0" smtClean="0"/>
              <a:t>challenges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69</TotalTime>
  <Words>148</Words>
  <Application>Microsoft Office PowerPoint</Application>
  <PresentationFormat>Widescreen</PresentationFormat>
  <Paragraphs>31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Being a developer…</vt:lpstr>
      <vt:lpstr>This story was simple – one file and one developer only</vt:lpstr>
      <vt:lpstr>You definitely need some tool to help you!!!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21</cp:revision>
  <dcterms:created xsi:type="dcterms:W3CDTF">2016-11-15T15:13:14Z</dcterms:created>
  <dcterms:modified xsi:type="dcterms:W3CDTF">2016-11-22T01:56:31Z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