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2" r:id="rId4"/>
    <p:sldId id="264" r:id="rId5"/>
    <p:sldId id="265" r:id="rId6"/>
    <p:sldId id="266" r:id="rId7"/>
    <p:sldId id="267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66"/>
            <p14:sldId id="267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initialize </a:t>
            </a:r>
            <a:r>
              <a:rPr lang="en-US" dirty="0" err="1"/>
              <a:t>git</a:t>
            </a:r>
            <a:r>
              <a:rPr lang="en-US" dirty="0"/>
              <a:t> repository using </a:t>
            </a:r>
            <a:r>
              <a:rPr lang="en-US" dirty="0" err="1"/>
              <a:t>Git</a:t>
            </a:r>
            <a:r>
              <a:rPr lang="en-US" dirty="0"/>
              <a:t> GUI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initialize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smtClean="0"/>
              <a:t>GIT GUI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initialize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smtClean="0"/>
              <a:t>Eclipse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smtClean="0"/>
              <a:t>Any </a:t>
            </a:r>
            <a:r>
              <a:rPr lang="en-US" sz="2000" dirty="0" smtClean="0"/>
              <a:t>one of these eclipses (Indigo/Juno/Kepler/Luna/Mars/Neon) installed.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</a:t>
            </a:r>
            <a:r>
              <a:rPr lang="en-US" dirty="0" smtClean="0"/>
              <a:t>sample Java Project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</a:t>
            </a:r>
            <a:r>
              <a:rPr lang="en-US" dirty="0" smtClean="0"/>
              <a:t>local </a:t>
            </a:r>
            <a:r>
              <a:rPr lang="en-US" dirty="0" err="1" smtClean="0"/>
              <a:t>Git</a:t>
            </a:r>
            <a:r>
              <a:rPr lang="en-US" dirty="0" smtClean="0"/>
              <a:t> Repository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56742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initialize </a:t>
            </a:r>
            <a:r>
              <a:rPr lang="en-US" sz="2400" dirty="0" err="1"/>
              <a:t>git</a:t>
            </a:r>
            <a:r>
              <a:rPr lang="en-US" sz="2400" dirty="0"/>
              <a:t> repository using </a:t>
            </a:r>
            <a:r>
              <a:rPr lang="en-US" sz="2400"/>
              <a:t>Webstorm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362</TotalTime>
  <Words>90</Words>
  <Application>Microsoft Office PowerPoint</Application>
  <PresentationFormat>Widescreen</PresentationFormat>
  <Paragraphs>15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Create sample Java Project</vt:lpstr>
      <vt:lpstr>Create local Git Repository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191</cp:revision>
  <dcterms:created xsi:type="dcterms:W3CDTF">2016-11-15T15:13:14Z</dcterms:created>
  <dcterms:modified xsi:type="dcterms:W3CDTF">2016-11-20T11:04:01Z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