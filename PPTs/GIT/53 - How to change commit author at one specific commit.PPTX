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5"/>
  </p:notesMasterIdLst>
  <p:sldIdLst>
    <p:sldId id="256" r:id="rId3"/>
    <p:sldId id="278" r:id="rId4"/>
    <p:sldId id="262" r:id="rId5"/>
    <p:sldId id="264" r:id="rId6"/>
    <p:sldId id="265" r:id="rId7"/>
    <p:sldId id="273" r:id="rId8"/>
    <p:sldId id="266" r:id="rId9"/>
    <p:sldId id="274" r:id="rId10"/>
    <p:sldId id="275" r:id="rId11"/>
    <p:sldId id="276" r:id="rId12"/>
    <p:sldId id="277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78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3"/>
            <p14:sldId id="266"/>
            <p14:sldId id="274"/>
            <p14:sldId id="275"/>
            <p14:sldId id="276"/>
            <p14:sldId id="277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How </a:t>
            </a:r>
            <a:r>
              <a:rPr lang="en-US" dirty="0"/>
              <a:t>to change commit author at one specific commit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 want to change the author name and email, which </a:t>
            </a:r>
            <a:r>
              <a:rPr lang="en-US" sz="2000" dirty="0" smtClean="0"/>
              <a:t>are used while committing any code into GIT repo.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And, this I want to do only </a:t>
            </a:r>
            <a:r>
              <a:rPr lang="en-US" sz="2000" smtClean="0"/>
              <a:t>for current </a:t>
            </a:r>
            <a:r>
              <a:rPr lang="en-US" sz="2000" dirty="0" smtClean="0"/>
              <a:t>commit operation, not for all commits.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974373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</a:t>
            </a:r>
            <a:r>
              <a:rPr lang="en-US" sz="2000" dirty="0"/>
              <a:t>How to check history of a file in </a:t>
            </a:r>
            <a:r>
              <a:rPr lang="en-US" sz="2000" dirty="0" err="1"/>
              <a:t>git</a:t>
            </a:r>
            <a:r>
              <a:rPr lang="en-US" sz="2000" dirty="0"/>
              <a:t> using </a:t>
            </a:r>
            <a:r>
              <a:rPr lang="en-US" sz="2000" dirty="0" err="1" smtClean="0"/>
              <a:t>Webstorm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change commit author at one specific commit</a:t>
            </a:r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 Bash is </a:t>
            </a:r>
            <a:r>
              <a:rPr lang="en-US" sz="2000" dirty="0"/>
              <a:t>installed.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</a:t>
            </a:r>
            <a:r>
              <a:rPr lang="en-US" sz="2000" dirty="0"/>
              <a:t>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 with at least one file and you have GitHub repo URL with you.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Commit with --author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3113907" y="3344562"/>
            <a:ext cx="1038822" cy="609537"/>
            <a:chOff x="7460" y="0"/>
            <a:chExt cx="4459722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GIT Bash</a:t>
              </a:r>
              <a:endParaRPr lang="en-US" sz="9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087424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055797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7079033" y="3334409"/>
            <a:ext cx="1038822" cy="609537"/>
            <a:chOff x="7460" y="0"/>
            <a:chExt cx="445972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Commit with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--author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3113907" y="4042971"/>
            <a:ext cx="376961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057721" y="3336427"/>
            <a:ext cx="1038822" cy="609537"/>
            <a:chOff x="7460" y="0"/>
            <a:chExt cx="4459722" cy="1136864"/>
          </a:xfrm>
        </p:grpSpPr>
        <p:sp>
          <p:nvSpPr>
            <p:cNvPr id="18" name="Chevron 1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Clone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repo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 history for existing author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some changes in any file and Save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917777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Commit with different author details --author 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637777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 history for new author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470570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 have –author only for this commit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2553419"/>
            <a:ext cx="10560974" cy="1451653"/>
          </a:xfrm>
        </p:spPr>
        <p:txBody>
          <a:bodyPr>
            <a:normAutofit/>
          </a:bodyPr>
          <a:lstStyle/>
          <a:p>
            <a:pPr algn="ctr"/>
            <a:r>
              <a:rPr lang="en-US" sz="2000" b="1" i="1" dirty="0" smtClean="0">
                <a:solidFill>
                  <a:srgbClr val="FF0000"/>
                </a:solidFill>
              </a:rPr>
              <a:t>What if, we want to change the author details permanently </a:t>
            </a:r>
          </a:p>
          <a:p>
            <a:pPr algn="ctr"/>
            <a:r>
              <a:rPr lang="en-US" sz="2000" b="1" i="1" dirty="0">
                <a:solidFill>
                  <a:srgbClr val="FF0000"/>
                </a:solidFill>
              </a:rPr>
              <a:t>W</a:t>
            </a:r>
            <a:r>
              <a:rPr lang="en-US" sz="2000" b="1" i="1" dirty="0" smtClean="0">
                <a:solidFill>
                  <a:srgbClr val="FF0000"/>
                </a:solidFill>
              </a:rPr>
              <a:t>atch </a:t>
            </a:r>
            <a:r>
              <a:rPr lang="en-US" sz="2000" b="1" i="1" dirty="0">
                <a:solidFill>
                  <a:srgbClr val="FF0000"/>
                </a:solidFill>
              </a:rPr>
              <a:t>next tutorial for the </a:t>
            </a:r>
            <a:r>
              <a:rPr lang="en-US" sz="2000" b="1" i="1" dirty="0" smtClean="0">
                <a:solidFill>
                  <a:srgbClr val="FF0000"/>
                </a:solidFill>
              </a:rPr>
              <a:t>this…</a:t>
            </a:r>
            <a:endParaRPr lang="en-US" sz="20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568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to change commit author for all commits</a:t>
            </a:r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430</TotalTime>
  <Words>220</Words>
  <Application>Microsoft Office PowerPoint</Application>
  <PresentationFormat>Widescreen</PresentationFormat>
  <Paragraphs>34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Segoe UI</vt:lpstr>
      <vt:lpstr>Segoe UI Light</vt:lpstr>
      <vt:lpstr>WelcomeDoc</vt:lpstr>
      <vt:lpstr>Welcome to Hello World Series</vt:lpstr>
      <vt:lpstr>Problem statement</vt:lpstr>
      <vt:lpstr>In last tutorial...</vt:lpstr>
      <vt:lpstr>In this tutorial...</vt:lpstr>
      <vt:lpstr>Pre-requisites</vt:lpstr>
      <vt:lpstr>Commit with --author</vt:lpstr>
      <vt:lpstr>Check history for existing author</vt:lpstr>
      <vt:lpstr>Make some changes in any file and Save</vt:lpstr>
      <vt:lpstr>Commit with different author details --author option</vt:lpstr>
      <vt:lpstr>Check history for new author details</vt:lpstr>
      <vt:lpstr>We have –author only for this commit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323</cp:revision>
  <dcterms:created xsi:type="dcterms:W3CDTF">2016-11-15T15:13:14Z</dcterms:created>
  <dcterms:modified xsi:type="dcterms:W3CDTF">2016-11-23T00:39:05Z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