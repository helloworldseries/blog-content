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9"/>
  </p:notesMasterIdLst>
  <p:sldIdLst>
    <p:sldId id="256" r:id="rId3"/>
    <p:sldId id="275" r:id="rId4"/>
    <p:sldId id="264" r:id="rId5"/>
    <p:sldId id="265" r:id="rId6"/>
    <p:sldId id="273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75"/>
            <p14:sldId id="264"/>
            <p14:sldId id="265"/>
            <p14:sldId id="273"/>
            <p14:sldId id="274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find out </a:t>
            </a:r>
            <a:r>
              <a:rPr lang="en-US" dirty="0" smtClean="0"/>
              <a:t>GitHub </a:t>
            </a:r>
            <a:r>
              <a:rPr lang="en-US" dirty="0"/>
              <a:t>repository URL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want to delete a </a:t>
            </a:r>
            <a:r>
              <a:rPr lang="en-US" sz="2000" dirty="0" smtClean="0"/>
              <a:t>GitHub account, </a:t>
            </a:r>
            <a:r>
              <a:rPr lang="en-US" sz="2000" dirty="0" smtClean="0"/>
              <a:t>created earlier  (like test </a:t>
            </a:r>
            <a:r>
              <a:rPr lang="en-US" sz="2000" smtClean="0"/>
              <a:t>account).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32453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delete your GitHub account</a:t>
            </a:r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</a:t>
            </a:r>
            <a:r>
              <a:rPr lang="en-US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 repo URL from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5060941" y="3344561"/>
            <a:ext cx="1091761" cy="609537"/>
            <a:chOff x="-219810" y="0"/>
            <a:chExt cx="468699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-219810" y="0"/>
              <a:ext cx="4686992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Delete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account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876685" y="3954098"/>
            <a:ext cx="136698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</a:t>
            </a:r>
            <a:endParaRPr lang="en-US" sz="12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GitHub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64101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437</TotalTime>
  <Words>63</Words>
  <Application>Microsoft Office PowerPoint</Application>
  <PresentationFormat>Widescreen</PresentationFormat>
  <Paragraphs>15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this tutorial...</vt:lpstr>
      <vt:lpstr>Pre-requisites</vt:lpstr>
      <vt:lpstr>Find repo URL from GitHub</vt:lpstr>
      <vt:lpstr>Delete GitHub account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344</cp:revision>
  <dcterms:created xsi:type="dcterms:W3CDTF">2016-11-15T15:13:14Z</dcterms:created>
  <dcterms:modified xsi:type="dcterms:W3CDTF">2016-11-23T00:42:49Z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