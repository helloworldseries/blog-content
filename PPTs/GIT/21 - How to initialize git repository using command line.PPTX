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9"/>
  </p:notesMasterIdLst>
  <p:sldIdLst>
    <p:sldId id="256" r:id="rId3"/>
    <p:sldId id="262" r:id="rId4"/>
    <p:sldId id="264" r:id="rId5"/>
    <p:sldId id="265" r:id="rId6"/>
    <p:sldId id="266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create a remote repo on GitHub from GitHub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Why we need initialize </a:t>
            </a:r>
            <a:r>
              <a:rPr lang="en-US" sz="2000" dirty="0" err="1" smtClean="0"/>
              <a:t>Git</a:t>
            </a:r>
            <a:r>
              <a:rPr lang="en-US" sz="2000" dirty="0" smtClean="0"/>
              <a:t> </a:t>
            </a:r>
            <a:r>
              <a:rPr lang="en-US" sz="2000" dirty="0"/>
              <a:t>repository in </a:t>
            </a:r>
            <a:r>
              <a:rPr lang="en-US" sz="2000" dirty="0" smtClean="0"/>
              <a:t>our machine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smtClean="0"/>
              <a:t>command line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smtClean="0"/>
              <a:t>Git</a:t>
            </a:r>
            <a:r>
              <a:rPr lang="en-US" sz="2000" dirty="0" smtClean="0"/>
              <a:t> </a:t>
            </a:r>
            <a:r>
              <a:rPr lang="en-US" sz="2000" dirty="0" smtClean="0"/>
              <a:t>Bash is installed.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init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initialize </a:t>
            </a:r>
            <a:r>
              <a:rPr lang="en-US" sz="2400" dirty="0" err="1"/>
              <a:t>git</a:t>
            </a:r>
            <a:r>
              <a:rPr lang="en-US" sz="2400" dirty="0"/>
              <a:t> repository using Tortoise </a:t>
            </a:r>
            <a:r>
              <a:rPr lang="en-US" sz="2400"/>
              <a:t>Git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345</TotalTime>
  <Words>84</Words>
  <Application>Microsoft Office PowerPoint</Application>
  <PresentationFormat>Widescreen</PresentationFormat>
  <Paragraphs>14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git init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178</cp:revision>
  <dcterms:created xsi:type="dcterms:W3CDTF">2016-11-15T15:13:14Z</dcterms:created>
  <dcterms:modified xsi:type="dcterms:W3CDTF">2016-11-20T11:02:26Z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