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4"/>
  </p:notesMasterIdLst>
  <p:sldIdLst>
    <p:sldId id="256" r:id="rId3"/>
    <p:sldId id="262" r:id="rId4"/>
    <p:sldId id="266" r:id="rId5"/>
    <p:sldId id="265" r:id="rId6"/>
    <p:sldId id="267" r:id="rId7"/>
    <p:sldId id="268" r:id="rId8"/>
    <p:sldId id="269" r:id="rId9"/>
    <p:sldId id="270" r:id="rId10"/>
    <p:sldId id="271" r:id="rId11"/>
    <p:sldId id="27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6"/>
            <p14:sldId id="265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Version </a:t>
            </a:r>
            <a:r>
              <a:rPr lang="en-US" dirty="0"/>
              <a:t>control with DBMS and it's problems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agreed that some sort of </a:t>
            </a:r>
            <a:r>
              <a:rPr lang="en-US" sz="2000" b="1" u="sng" dirty="0" smtClean="0"/>
              <a:t>V</a:t>
            </a:r>
            <a:r>
              <a:rPr lang="en-US" sz="2000" dirty="0" smtClean="0"/>
              <a:t>ersion </a:t>
            </a:r>
            <a:r>
              <a:rPr lang="en-US" sz="2000" b="1" u="sng" dirty="0" smtClean="0"/>
              <a:t>C</a:t>
            </a:r>
            <a:r>
              <a:rPr lang="en-US" sz="2000" dirty="0" smtClean="0"/>
              <a:t>ontrol </a:t>
            </a:r>
            <a:r>
              <a:rPr lang="en-US" sz="2000" b="1" u="sng" dirty="0" smtClean="0"/>
              <a:t>S</a:t>
            </a:r>
            <a:r>
              <a:rPr lang="en-US" sz="2000" dirty="0" smtClean="0"/>
              <a:t>ystem (VCS) is </a:t>
            </a:r>
            <a:r>
              <a:rPr lang="en-US" sz="2000" dirty="0"/>
              <a:t>required.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try to manage file changes in database.</a:t>
            </a:r>
          </a:p>
        </p:txBody>
      </p:sp>
    </p:spTree>
    <p:extLst>
      <p:ext uri="{BB962C8B-B14F-4D97-AF65-F5344CB8AC3E}">
        <p14:creationId xmlns:p14="http://schemas.microsoft.com/office/powerpoint/2010/main" val="194916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 revisions on local database</a:t>
            </a:r>
            <a:endParaRPr lang="en-US" dirty="0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>
          <a:xfrm>
            <a:off x="838201" y="1825625"/>
            <a:ext cx="11023120" cy="4351338"/>
          </a:xfrm>
        </p:spPr>
        <p:txBody>
          <a:bodyPr/>
          <a:lstStyle/>
          <a:p>
            <a:r>
              <a:rPr lang="en-US" dirty="0" smtClean="0"/>
              <a:t>There </a:t>
            </a:r>
            <a:r>
              <a:rPr lang="en-US" dirty="0"/>
              <a:t>are 3 developers – A, B &amp; C</a:t>
            </a:r>
            <a:r>
              <a:rPr lang="en-US" dirty="0" smtClean="0"/>
              <a:t>. </a:t>
            </a:r>
          </a:p>
          <a:p>
            <a:r>
              <a:rPr lang="en-US" dirty="0" smtClean="0"/>
              <a:t>Each </a:t>
            </a:r>
            <a:r>
              <a:rPr lang="en-US" dirty="0"/>
              <a:t>one of them is working on a C Hello World program, which prints numbers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17" y="3854186"/>
            <a:ext cx="1127858" cy="130313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634" y="3854186"/>
            <a:ext cx="1135478" cy="128789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944" y="3854186"/>
            <a:ext cx="1135478" cy="130313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995095"/>
            <a:ext cx="3958304" cy="302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77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revisions on local </a:t>
            </a:r>
            <a:r>
              <a:rPr lang="en-US" dirty="0" smtClean="0"/>
              <a:t>database</a:t>
            </a:r>
            <a:endParaRPr lang="en-US" dirty="0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>
          <a:xfrm>
            <a:off x="838201" y="1825625"/>
            <a:ext cx="1102312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109" y="1552755"/>
            <a:ext cx="2537202" cy="50302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668" y="2863939"/>
            <a:ext cx="1869172" cy="212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7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revisions on local </a:t>
            </a:r>
            <a:r>
              <a:rPr lang="en-US" dirty="0" smtClean="0"/>
              <a:t>database</a:t>
            </a:r>
            <a:endParaRPr lang="en-US" dirty="0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>
          <a:xfrm>
            <a:off x="838201" y="1825625"/>
            <a:ext cx="1102312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77" y="1587500"/>
            <a:ext cx="2310396" cy="48275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512" y="2730226"/>
            <a:ext cx="1767896" cy="202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8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revisions on local </a:t>
            </a:r>
            <a:r>
              <a:rPr lang="en-US" dirty="0" smtClean="0"/>
              <a:t>database</a:t>
            </a:r>
            <a:endParaRPr lang="en-US" dirty="0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>
          <a:xfrm>
            <a:off x="838201" y="1825625"/>
            <a:ext cx="1102312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103" y="3091413"/>
            <a:ext cx="1781761" cy="20586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182" y="1481169"/>
            <a:ext cx="2416659" cy="504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2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 in this approach</a:t>
            </a:r>
            <a:endParaRPr lang="en-US" i="1" dirty="0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>
          <a:xfrm>
            <a:off x="838201" y="1825625"/>
            <a:ext cx="1102312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429" y="1578736"/>
            <a:ext cx="6213376" cy="503237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892040" y="1578736"/>
            <a:ext cx="0" cy="484949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37832" y="1493392"/>
            <a:ext cx="0" cy="484949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212892" y="3227832"/>
            <a:ext cx="2872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No </a:t>
            </a:r>
            <a:r>
              <a:rPr lang="en-US" sz="2400" b="1" i="1" dirty="0" smtClean="0">
                <a:solidFill>
                  <a:srgbClr val="FF0000"/>
                </a:solidFill>
              </a:rPr>
              <a:t>collaboration</a:t>
            </a:r>
          </a:p>
          <a:p>
            <a:r>
              <a:rPr lang="en-US" sz="2400" b="1" i="1" dirty="0">
                <a:solidFill>
                  <a:srgbClr val="FF0000"/>
                </a:solidFill>
              </a:rPr>
              <a:t>a</a:t>
            </a:r>
            <a:r>
              <a:rPr lang="en-US" sz="2400" b="1" i="1" dirty="0" smtClean="0">
                <a:solidFill>
                  <a:srgbClr val="FF0000"/>
                </a:solidFill>
              </a:rPr>
              <a:t>mong developers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13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approach could be – shared database</a:t>
            </a:r>
            <a:endParaRPr lang="en-US" i="1" dirty="0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>
          <a:xfrm>
            <a:off x="838201" y="1825625"/>
            <a:ext cx="11023120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56759" y="3539629"/>
            <a:ext cx="10586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rgbClr val="FF0000"/>
                </a:solidFill>
              </a:rPr>
              <a:t>But that is also not useful for merging, tracking history, branching etc.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494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to do then….</a:t>
            </a:r>
            <a:endParaRPr lang="en-US" i="1" dirty="0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>
          <a:xfrm>
            <a:off x="838201" y="1825625"/>
            <a:ext cx="11023120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56759" y="3539629"/>
            <a:ext cx="10586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rgbClr val="FF0000"/>
                </a:solidFill>
              </a:rPr>
              <a:t>Watch next tutorial for </a:t>
            </a:r>
            <a:r>
              <a:rPr lang="en-US" sz="2400" b="1" i="1" smtClean="0">
                <a:solidFill>
                  <a:srgbClr val="FF0000"/>
                </a:solidFill>
              </a:rPr>
              <a:t>the answer…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7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Introduction to Centralized Version Control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113</TotalTime>
  <Words>160</Words>
  <Application>Microsoft Office PowerPoint</Application>
  <PresentationFormat>Widescreen</PresentationFormat>
  <Paragraphs>24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Individual revisions on local database</vt:lpstr>
      <vt:lpstr>Individual revisions on local database</vt:lpstr>
      <vt:lpstr>Individual revisions on local database</vt:lpstr>
      <vt:lpstr>Individual revisions on local database</vt:lpstr>
      <vt:lpstr>Issue in this approach</vt:lpstr>
      <vt:lpstr>Another approach could be – shared database</vt:lpstr>
      <vt:lpstr>What to do then….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45</cp:revision>
  <dcterms:created xsi:type="dcterms:W3CDTF">2016-11-15T15:13:14Z</dcterms:created>
  <dcterms:modified xsi:type="dcterms:W3CDTF">2016-11-19T01:30:12Z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