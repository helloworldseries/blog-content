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0"/>
  </p:notesMasterIdLst>
  <p:sldIdLst>
    <p:sldId id="256" r:id="rId3"/>
    <p:sldId id="262" r:id="rId4"/>
    <p:sldId id="264" r:id="rId5"/>
    <p:sldId id="265" r:id="rId6"/>
    <p:sldId id="273" r:id="rId7"/>
    <p:sldId id="266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How </a:t>
            </a:r>
            <a:r>
              <a:rPr lang="en-US" dirty="0"/>
              <a:t>to get the history of a renamed file in </a:t>
            </a:r>
            <a:r>
              <a:rPr lang="en-US" dirty="0" err="1"/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check history of a file in </a:t>
            </a:r>
            <a:r>
              <a:rPr lang="en-US" sz="2000" dirty="0" err="1"/>
              <a:t>git</a:t>
            </a:r>
            <a:r>
              <a:rPr lang="en-US" sz="2000" dirty="0"/>
              <a:t> using command line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get the history of a renamed file in </a:t>
            </a:r>
            <a:r>
              <a:rPr lang="en-US" sz="2000" dirty="0" err="1"/>
              <a:t>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installed.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checking a </a:t>
            </a:r>
            <a:r>
              <a:rPr lang="en-US" dirty="0" smtClean="0"/>
              <a:t>renamed file </a:t>
            </a:r>
            <a:r>
              <a:rPr lang="en-US" dirty="0" smtClean="0"/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GIT Bash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err="1" smtClean="0"/>
                <a:t>git</a:t>
              </a:r>
              <a:r>
                <a:rPr lang="en-US" sz="900" dirty="0" smtClean="0"/>
                <a:t> log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log --follow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check history of a file in </a:t>
            </a:r>
            <a:r>
              <a:rPr lang="en-US" sz="2400" dirty="0" err="1"/>
              <a:t>git</a:t>
            </a:r>
            <a:r>
              <a:rPr lang="en-US" sz="2400" dirty="0"/>
              <a:t> </a:t>
            </a:r>
            <a:r>
              <a:rPr lang="en-US" sz="2400"/>
              <a:t>using </a:t>
            </a:r>
            <a:r>
              <a:rPr lang="en-US" sz="2400" smtClean="0"/>
              <a:t>Tortoise GIT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421</TotalTime>
  <Words>140</Words>
  <Application>Microsoft Office PowerPoint</Application>
  <PresentationFormat>Widescreen</PresentationFormat>
  <Paragraphs>24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checking a renamed file history</vt:lpstr>
      <vt:lpstr>git log --follow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304</cp:revision>
  <dcterms:created xsi:type="dcterms:W3CDTF">2016-11-15T15:13:14Z</dcterms:created>
  <dcterms:modified xsi:type="dcterms:W3CDTF">2016-11-22T00:48:32Z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