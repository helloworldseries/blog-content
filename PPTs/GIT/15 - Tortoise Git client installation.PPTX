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5" r:id="rId7"/>
    <p:sldId id="272" r:id="rId8"/>
    <p:sldId id="274" r:id="rId9"/>
    <p:sldId id="273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5"/>
            <p14:sldId id="272"/>
            <p14:sldId id="274"/>
            <p14:sldId id="273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-1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What is a GIT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install GIT Bash and GIT GUI clients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to install GUI based GIT Tortoise GIT client.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mage result for github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29" y="3685433"/>
            <a:ext cx="2496488" cy="83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5112734" y="3094867"/>
            <a:ext cx="1830822" cy="46166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56955" y="6172812"/>
            <a:ext cx="1744388" cy="46166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Clients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7" name="Picture 14" descr="http://www.helloworldseries.com/wp-content/uploads/2016/10/img_5812933cd9cb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461" y="5165921"/>
            <a:ext cx="1299826" cy="72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96" y="3747598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75" y="3703274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168" y="3773304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1802921" y="3658000"/>
            <a:ext cx="9166600" cy="91511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639461" y="5040574"/>
            <a:ext cx="1365188" cy="97317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6289374" y="4614868"/>
            <a:ext cx="8626" cy="38231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 before downloading Tortoise GIT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</a:t>
            </a:r>
            <a:r>
              <a:rPr lang="en-US" sz="2000" smtClean="0"/>
              <a:t>already installed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Tortoise GIT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89053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/>
              <a:t>Tortoise GIT Client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3340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975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</a:t>
            </a:r>
            <a:r>
              <a:rPr lang="en-US" dirty="0"/>
              <a:t>Tortoise GIT Client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38454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Eclipse </a:t>
            </a:r>
            <a:r>
              <a:rPr lang="en-US" sz="2400" dirty="0" err="1" smtClean="0"/>
              <a:t>Egit</a:t>
            </a:r>
            <a:r>
              <a:rPr lang="en-US" sz="2400" dirty="0" smtClean="0"/>
              <a:t> plugin Installation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251</TotalTime>
  <Words>98</Words>
  <Application>Microsoft Office PowerPoint</Application>
  <PresentationFormat>Widescreen</PresentationFormat>
  <Paragraphs>19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 before downloading Tortoise GIT Client</vt:lpstr>
      <vt:lpstr>Download Tortoise GIT Client</vt:lpstr>
      <vt:lpstr>Install Tortoise GIT Client</vt:lpstr>
      <vt:lpstr>Verify Installation</vt:lpstr>
      <vt:lpstr>Launch Tortoise GIT Client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153</cp:revision>
  <dcterms:created xsi:type="dcterms:W3CDTF">2016-11-15T15:13:14Z</dcterms:created>
  <dcterms:modified xsi:type="dcterms:W3CDTF">2016-11-23T01:56:53Z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