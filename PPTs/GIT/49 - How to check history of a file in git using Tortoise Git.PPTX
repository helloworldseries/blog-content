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check history of a file in </a:t>
            </a:r>
            <a:r>
              <a:rPr lang="en-US" dirty="0" err="1"/>
              <a:t>git</a:t>
            </a:r>
            <a:r>
              <a:rPr lang="en-US" dirty="0"/>
              <a:t> using Tortoise </a:t>
            </a:r>
            <a:r>
              <a:rPr lang="en-US" dirty="0" err="1"/>
              <a:t>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get the history of a renamed file in </a:t>
            </a:r>
            <a:r>
              <a:rPr lang="en-US" sz="2000" dirty="0" err="1"/>
              <a:t>Git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Tortoise </a:t>
            </a:r>
            <a:r>
              <a:rPr lang="en-US" sz="2000" dirty="0" err="1" smtClean="0"/>
              <a:t>Git</a:t>
            </a:r>
            <a:endParaRPr lang="en-US" sz="2000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&amp; Tortoise GIT </a:t>
            </a:r>
            <a:r>
              <a:rPr lang="en-US" sz="2000" dirty="0" smtClean="0"/>
              <a:t>are</a:t>
            </a:r>
            <a:r>
              <a:rPr lang="en-US" sz="2000" dirty="0" smtClean="0"/>
              <a:t> </a:t>
            </a:r>
            <a:r>
              <a:rPr lang="en-US" sz="2000" dirty="0" smtClean="0"/>
              <a:t>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checking a </a:t>
            </a:r>
            <a:r>
              <a:rPr lang="en-US" smtClean="0"/>
              <a:t>file history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Tortoise GIT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Check history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110310" y="3334408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GIT Bash</a:t>
              </a:r>
              <a:endParaRPr lang="en-US" sz="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history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check history of a file in </a:t>
            </a:r>
            <a:r>
              <a:rPr lang="en-US" sz="2400" dirty="0" err="1"/>
              <a:t>git</a:t>
            </a:r>
            <a:r>
              <a:rPr lang="en-US" sz="2400" dirty="0"/>
              <a:t> </a:t>
            </a:r>
            <a:r>
              <a:rPr lang="en-US" sz="2400"/>
              <a:t>using </a:t>
            </a:r>
            <a:r>
              <a:rPr lang="en-US" sz="2400" smtClean="0"/>
              <a:t>GIT GUI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422</TotalTime>
  <Words>143</Words>
  <Application>Microsoft Office PowerPoint</Application>
  <PresentationFormat>Widescreen</PresentationFormat>
  <Paragraphs>25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checking a file history</vt:lpstr>
      <vt:lpstr>Check history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305</cp:revision>
  <dcterms:created xsi:type="dcterms:W3CDTF">2016-11-15T15:13:14Z</dcterms:created>
  <dcterms:modified xsi:type="dcterms:W3CDTF">2016-11-22T00:49:13Z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