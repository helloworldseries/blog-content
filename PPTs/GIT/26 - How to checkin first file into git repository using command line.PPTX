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5"/>
  </p:notesMasterIdLst>
  <p:sldIdLst>
    <p:sldId id="256" r:id="rId3"/>
    <p:sldId id="262" r:id="rId4"/>
    <p:sldId id="264" r:id="rId5"/>
    <p:sldId id="265" r:id="rId6"/>
    <p:sldId id="266" r:id="rId7"/>
    <p:sldId id="273" r:id="rId8"/>
    <p:sldId id="268" r:id="rId9"/>
    <p:sldId id="269" r:id="rId10"/>
    <p:sldId id="270" r:id="rId11"/>
    <p:sldId id="271" r:id="rId12"/>
    <p:sldId id="27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  <p14:sldId id="273"/>
            <p14:sldId id="268"/>
            <p14:sldId id="269"/>
            <p14:sldId id="270"/>
            <p14:sldId id="271"/>
            <p14:sldId id="272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 fontScale="92500" lnSpcReduction="20000"/>
          </a:bodyPr>
          <a:lstStyle/>
          <a:p>
            <a:r>
              <a:rPr lang="en-US" smtClean="0"/>
              <a:t>How </a:t>
            </a:r>
            <a:r>
              <a:rPr lang="en-US" dirty="0"/>
              <a:t>to </a:t>
            </a:r>
            <a:r>
              <a:rPr lang="en-US" dirty="0" err="1"/>
              <a:t>checkin</a:t>
            </a:r>
            <a:r>
              <a:rPr lang="en-US" dirty="0"/>
              <a:t> first file into </a:t>
            </a:r>
            <a:r>
              <a:rPr lang="en-US" dirty="0" err="1"/>
              <a:t>git</a:t>
            </a:r>
            <a:r>
              <a:rPr lang="en-US" dirty="0"/>
              <a:t> repository using command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initialize </a:t>
            </a:r>
            <a:r>
              <a:rPr lang="en-US" sz="2000" dirty="0" err="1"/>
              <a:t>git</a:t>
            </a:r>
            <a:r>
              <a:rPr lang="en-US" sz="2000" dirty="0"/>
              <a:t> repository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</a:t>
            </a:r>
            <a:r>
              <a:rPr lang="en-US" sz="2000" dirty="0" err="1"/>
              <a:t>checkin</a:t>
            </a:r>
            <a:r>
              <a:rPr lang="en-US" sz="2000" dirty="0"/>
              <a:t>  </a:t>
            </a:r>
            <a:r>
              <a:rPr lang="en-US" sz="2000" dirty="0" smtClean="0"/>
              <a:t>first file </a:t>
            </a:r>
            <a:r>
              <a:rPr lang="en-US" sz="2000" dirty="0"/>
              <a:t>into </a:t>
            </a:r>
            <a:r>
              <a:rPr lang="en-US" sz="2000" dirty="0" err="1"/>
              <a:t>git</a:t>
            </a:r>
            <a:r>
              <a:rPr lang="en-US" sz="2000" dirty="0"/>
              <a:t> repository using command line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</a:t>
            </a:r>
            <a:r>
              <a:rPr lang="en-US" sz="2000" dirty="0"/>
              <a:t>Bash is installed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 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and you have GitHub repo URL with you.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Local </a:t>
            </a:r>
            <a:r>
              <a:rPr lang="en-US" sz="2000" dirty="0" err="1" smtClean="0"/>
              <a:t>Git</a:t>
            </a:r>
            <a:r>
              <a:rPr lang="en-US" sz="2000" dirty="0" smtClean="0"/>
              <a:t> repo is initialized.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</a:t>
            </a:r>
            <a:r>
              <a:rPr lang="en-US" smtClean="0"/>
              <a:t>a file/project </a:t>
            </a:r>
            <a:r>
              <a:rPr lang="en-US" dirty="0" err="1" smtClean="0"/>
              <a:t>checkin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2125361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GIT client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installed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098878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067251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112499" y="3344561"/>
            <a:ext cx="1038822" cy="609537"/>
            <a:chOff x="7460" y="0"/>
            <a:chExt cx="4459722" cy="1136864"/>
          </a:xfrm>
        </p:grpSpPr>
        <p:sp>
          <p:nvSpPr>
            <p:cNvPr id="44" name="Chevron 4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 smtClean="0"/>
                <a:t>git</a:t>
              </a:r>
              <a:r>
                <a:rPr lang="en-US" sz="900" dirty="0" smtClean="0"/>
                <a:t> </a:t>
              </a:r>
              <a:r>
                <a:rPr lang="en-US" sz="900" dirty="0" err="1" smtClean="0"/>
                <a:t>init</a:t>
              </a:r>
              <a:endParaRPr lang="en-US" sz="90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23089" y="3344561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Create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new file</a:t>
              </a:r>
              <a:endParaRPr lang="en-US" sz="900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153088" y="3344561"/>
            <a:ext cx="1038822" cy="609537"/>
            <a:chOff x="7460" y="0"/>
            <a:chExt cx="4459722" cy="1136864"/>
          </a:xfrm>
        </p:grpSpPr>
        <p:sp>
          <p:nvSpPr>
            <p:cNvPr id="50" name="Chevron 49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Add new file to GIT</a:t>
              </a:r>
              <a:endParaRPr lang="en-US" sz="900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171742" y="3344561"/>
            <a:ext cx="1038822" cy="609537"/>
            <a:chOff x="7460" y="0"/>
            <a:chExt cx="4459722" cy="1136864"/>
          </a:xfrm>
        </p:grpSpPr>
        <p:sp>
          <p:nvSpPr>
            <p:cNvPr id="53" name="Chevron 52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 this file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to GIT</a:t>
              </a:r>
              <a:endParaRPr lang="en-US" sz="900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224183" y="3344561"/>
            <a:ext cx="1038822" cy="609537"/>
            <a:chOff x="7460" y="0"/>
            <a:chExt cx="4459722" cy="1136864"/>
          </a:xfrm>
        </p:grpSpPr>
        <p:sp>
          <p:nvSpPr>
            <p:cNvPr id="56" name="Chevron 5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 this file to GitHub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2417552" y="3981415"/>
            <a:ext cx="31817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New text file and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85223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this text file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6653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this text file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60316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Configure author details (</a:t>
            </a:r>
            <a:r>
              <a:rPr lang="en-US" dirty="0"/>
              <a:t>I</a:t>
            </a:r>
            <a:r>
              <a:rPr lang="en-US" dirty="0" smtClean="0"/>
              <a:t>f not already set) and commit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0106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 to internet/your internal network and push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Commit in GIT is committing file to local GIT.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Push in GIT is same as </a:t>
            </a:r>
            <a:r>
              <a:rPr lang="en-US" sz="2000" dirty="0" err="1"/>
              <a:t>checkin</a:t>
            </a:r>
            <a:r>
              <a:rPr lang="en-US" sz="2000" dirty="0"/>
              <a:t> in SVN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4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pushed file 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05025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</a:t>
            </a:r>
            <a:r>
              <a:rPr lang="en-US" sz="2400" dirty="0" err="1"/>
              <a:t>checkin</a:t>
            </a:r>
            <a:r>
              <a:rPr lang="en-US" sz="2400" dirty="0"/>
              <a:t> a file into </a:t>
            </a:r>
            <a:r>
              <a:rPr lang="en-US" sz="2400" dirty="0" err="1"/>
              <a:t>git</a:t>
            </a:r>
            <a:r>
              <a:rPr lang="en-US" sz="2400" dirty="0"/>
              <a:t> repository using Tortoise </a:t>
            </a:r>
            <a:r>
              <a:rPr lang="en-US" sz="2400" dirty="0" err="1"/>
              <a:t>Git</a:t>
            </a:r>
            <a:r>
              <a:rPr lang="en-US" sz="2400"/>
              <a:t> Client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398</TotalTime>
  <Words>210</Words>
  <Application>Microsoft Office PowerPoint</Application>
  <PresentationFormat>Widescreen</PresentationFormat>
  <Paragraphs>37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a file/project checkin</vt:lpstr>
      <vt:lpstr>Create New text file and save</vt:lpstr>
      <vt:lpstr>Add this text file to GIT</vt:lpstr>
      <vt:lpstr>Commit this text file to GIT</vt:lpstr>
      <vt:lpstr>Configure author details (If not already set) and commit file</vt:lpstr>
      <vt:lpstr>Connect to internet/your internal network and push file</vt:lpstr>
      <vt:lpstr>Verify pushed file on GitHub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218</cp:revision>
  <dcterms:created xsi:type="dcterms:W3CDTF">2016-11-15T15:13:14Z</dcterms:created>
  <dcterms:modified xsi:type="dcterms:W3CDTF">2016-11-20T12:04:39Z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