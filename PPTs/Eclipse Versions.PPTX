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5" r:id="rId4"/>
    <p:sldId id="266" r:id="rId5"/>
    <p:sldId id="267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10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smtClean="0"/>
              <a:t>Eclipse Versions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Eclipse - Indigo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pic>
        <p:nvPicPr>
          <p:cNvPr id="2050" name="Picture 2" descr="http://www.eclipse.org/indigo/images/indigologo_al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592" y="3266249"/>
            <a:ext cx="2305050" cy="125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415757" y="4622399"/>
            <a:ext cx="51267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3.7 - 22 June 2011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Eclipse </a:t>
            </a:r>
            <a:r>
              <a:rPr lang="en-US" dirty="0" smtClean="0"/>
              <a:t>– Juno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2836273" y="4622399"/>
            <a:ext cx="628569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3.8 &amp; 4.2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- 27 June 2012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3074" name="Picture 2" descr="https://encrypted-tbn1.gstatic.com/images?q=tbn:ANd9GcRoR2kVFcNwVZo4-JsiT2O_llLUCSR_PCRDCSqwM3RYeOtaNXycaSdp0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68" y="2341589"/>
            <a:ext cx="3750898" cy="204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02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Eclipse </a:t>
            </a:r>
            <a:r>
              <a:rPr lang="en-US" dirty="0" smtClean="0"/>
              <a:t>– Kepler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415759" y="4622399"/>
            <a:ext cx="51267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4.3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- 26 June 2013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4098" name="Picture 2" descr="Image result for eclipse kepler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415" y="2273584"/>
            <a:ext cx="3144139" cy="2107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56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Eclipse </a:t>
            </a:r>
            <a:r>
              <a:rPr lang="en-US" dirty="0" smtClean="0"/>
              <a:t>– Luna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415759" y="4622399"/>
            <a:ext cx="51267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4.4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- 25 June 2014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5122" name="Picture 2" descr="http://www.helloworldseries.com/wp-content/uploads/2016/11/img_5829e76760f9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078" y="2629261"/>
            <a:ext cx="3383153" cy="1678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26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Eclipse </a:t>
            </a:r>
            <a:r>
              <a:rPr lang="en-US" dirty="0" smtClean="0"/>
              <a:t>– 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415759" y="4622399"/>
            <a:ext cx="512672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4.5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24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June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2015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146" name="Picture 2" descr="Image result for eclipse mars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491" y="2133342"/>
            <a:ext cx="3253252" cy="217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95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Eclipse </a:t>
            </a:r>
            <a:r>
              <a:rPr lang="en-US" dirty="0" smtClean="0"/>
              <a:t>– Neon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708307" y="4622399"/>
            <a:ext cx="454162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Eclipse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4.6 </a:t>
            </a:r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 </a:t>
            </a:r>
            <a:r>
              <a:rPr lang="en-US" sz="3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June 2016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7170" name="Picture 2" descr="http://ww1.prweb.com/prfiles/2016/06/21/13500785/gI_85126_Avatar%2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431" y="2039288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39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299</TotalTime>
  <Words>63</Words>
  <Application>Microsoft Office PowerPoint</Application>
  <PresentationFormat>Widescreen</PresentationFormat>
  <Paragraphs>15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Eclipse - Indigo</vt:lpstr>
      <vt:lpstr>Eclipse – Juno</vt:lpstr>
      <vt:lpstr>Eclipse – Kepler</vt:lpstr>
      <vt:lpstr>Eclipse – Luna</vt:lpstr>
      <vt:lpstr>Eclipse – Mars</vt:lpstr>
      <vt:lpstr>Eclipse – Neon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166</cp:revision>
  <dcterms:created xsi:type="dcterms:W3CDTF">2016-11-15T15:13:14Z</dcterms:created>
  <dcterms:modified xsi:type="dcterms:W3CDTF">2016-11-24T01:41:15Z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